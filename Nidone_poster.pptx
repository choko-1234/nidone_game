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296906" rtl="0" eaLnBrk="1" latinLnBrk="0" hangingPunct="1">
      <a:defRPr sz="1169" kern="1200">
        <a:solidFill>
          <a:schemeClr val="tx1"/>
        </a:solidFill>
        <a:latin typeface="+mn-lt"/>
        <a:ea typeface="+mn-ea"/>
        <a:cs typeface="+mn-cs"/>
      </a:defRPr>
    </a:lvl1pPr>
    <a:lvl2pPr marL="296906" algn="l" defTabSz="296906" rtl="0" eaLnBrk="1" latinLnBrk="0" hangingPunct="1">
      <a:defRPr sz="1169" kern="1200">
        <a:solidFill>
          <a:schemeClr val="tx1"/>
        </a:solidFill>
        <a:latin typeface="+mn-lt"/>
        <a:ea typeface="+mn-ea"/>
        <a:cs typeface="+mn-cs"/>
      </a:defRPr>
    </a:lvl2pPr>
    <a:lvl3pPr marL="593811" algn="l" defTabSz="296906" rtl="0" eaLnBrk="1" latinLnBrk="0" hangingPunct="1">
      <a:defRPr sz="1169" kern="1200">
        <a:solidFill>
          <a:schemeClr val="tx1"/>
        </a:solidFill>
        <a:latin typeface="+mn-lt"/>
        <a:ea typeface="+mn-ea"/>
        <a:cs typeface="+mn-cs"/>
      </a:defRPr>
    </a:lvl3pPr>
    <a:lvl4pPr marL="890717" algn="l" defTabSz="296906" rtl="0" eaLnBrk="1" latinLnBrk="0" hangingPunct="1">
      <a:defRPr sz="1169" kern="1200">
        <a:solidFill>
          <a:schemeClr val="tx1"/>
        </a:solidFill>
        <a:latin typeface="+mn-lt"/>
        <a:ea typeface="+mn-ea"/>
        <a:cs typeface="+mn-cs"/>
      </a:defRPr>
    </a:lvl4pPr>
    <a:lvl5pPr marL="1187623" algn="l" defTabSz="296906" rtl="0" eaLnBrk="1" latinLnBrk="0" hangingPunct="1">
      <a:defRPr sz="1169" kern="1200">
        <a:solidFill>
          <a:schemeClr val="tx1"/>
        </a:solidFill>
        <a:latin typeface="+mn-lt"/>
        <a:ea typeface="+mn-ea"/>
        <a:cs typeface="+mn-cs"/>
      </a:defRPr>
    </a:lvl5pPr>
    <a:lvl6pPr marL="1484528" algn="l" defTabSz="296906" rtl="0" eaLnBrk="1" latinLnBrk="0" hangingPunct="1">
      <a:defRPr sz="1169" kern="1200">
        <a:solidFill>
          <a:schemeClr val="tx1"/>
        </a:solidFill>
        <a:latin typeface="+mn-lt"/>
        <a:ea typeface="+mn-ea"/>
        <a:cs typeface="+mn-cs"/>
      </a:defRPr>
    </a:lvl6pPr>
    <a:lvl7pPr marL="1781434" algn="l" defTabSz="296906" rtl="0" eaLnBrk="1" latinLnBrk="0" hangingPunct="1">
      <a:defRPr sz="1169" kern="1200">
        <a:solidFill>
          <a:schemeClr val="tx1"/>
        </a:solidFill>
        <a:latin typeface="+mn-lt"/>
        <a:ea typeface="+mn-ea"/>
        <a:cs typeface="+mn-cs"/>
      </a:defRPr>
    </a:lvl7pPr>
    <a:lvl8pPr marL="2078340" algn="l" defTabSz="296906" rtl="0" eaLnBrk="1" latinLnBrk="0" hangingPunct="1">
      <a:defRPr sz="1169" kern="1200">
        <a:solidFill>
          <a:schemeClr val="tx1"/>
        </a:solidFill>
        <a:latin typeface="+mn-lt"/>
        <a:ea typeface="+mn-ea"/>
        <a:cs typeface="+mn-cs"/>
      </a:defRPr>
    </a:lvl8pPr>
    <a:lvl9pPr marL="2375245" algn="l" defTabSz="296906" rtl="0" eaLnBrk="1" latinLnBrk="0" hangingPunct="1">
      <a:defRPr sz="1169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15" userDrawn="1">
          <p15:clr>
            <a:srgbClr val="A4A3A4"/>
          </p15:clr>
        </p15:guide>
        <p15:guide id="2" pos="184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166"/>
    <a:srgbClr val="1B3A6B"/>
    <a:srgbClr val="F78823"/>
    <a:srgbClr val="FFFCD1"/>
    <a:srgbClr val="FFFF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/>
    <p:restoredTop sz="94756"/>
  </p:normalViewPr>
  <p:slideViewPr>
    <p:cSldViewPr snapToGrid="0" snapToObjects="1">
      <p:cViewPr>
        <p:scale>
          <a:sx n="131" d="100"/>
          <a:sy n="131" d="100"/>
        </p:scale>
        <p:origin x="3664" y="-1080"/>
      </p:cViewPr>
      <p:guideLst>
        <p:guide orient="horz" pos="1415"/>
        <p:guide pos="184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3D0E7D1-64F3-CA42-94F4-B5D8C22B118B}" type="datetimeFigureOut">
              <a:rPr kumimoji="1" lang="ja-JP" altLang="en-US" smtClean="0"/>
              <a:t>2026/6/8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4EC856-21DC-1C4F-8ABB-EA9444FC6EB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6704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4EC856-21DC-1C4F-8ABB-EA9444FC6EBC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4725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39890" y="1395827"/>
            <a:ext cx="4985414" cy="96314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79779" y="2546187"/>
            <a:ext cx="4105635" cy="114828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932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864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879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1729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466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7594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0527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3459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3310" y="2887343"/>
            <a:ext cx="4985414" cy="892414"/>
          </a:xfrm>
        </p:spPr>
        <p:txBody>
          <a:bodyPr anchor="t"/>
          <a:lstStyle>
            <a:lvl1pPr algn="l">
              <a:defRPr sz="2566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3310" y="1904441"/>
            <a:ext cx="4985414" cy="982903"/>
          </a:xfrm>
        </p:spPr>
        <p:txBody>
          <a:bodyPr anchor="b"/>
          <a:lstStyle>
            <a:lvl1pPr marL="0" indent="0">
              <a:buNone/>
              <a:defRPr sz="1283">
                <a:solidFill>
                  <a:schemeClr val="tx1">
                    <a:tint val="75000"/>
                  </a:schemeClr>
                </a:solidFill>
              </a:defRPr>
            </a:lvl1pPr>
            <a:lvl2pPr marL="293248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2pPr>
            <a:lvl3pPr marL="586496" indent="0">
              <a:buNone/>
              <a:defRPr sz="1026">
                <a:solidFill>
                  <a:schemeClr val="tx1">
                    <a:tint val="75000"/>
                  </a:schemeClr>
                </a:solidFill>
              </a:defRPr>
            </a:lvl3pPr>
            <a:lvl4pPr marL="879744" indent="0">
              <a:buNone/>
              <a:defRPr sz="898">
                <a:solidFill>
                  <a:schemeClr val="tx1">
                    <a:tint val="75000"/>
                  </a:schemeClr>
                </a:solidFill>
              </a:defRPr>
            </a:lvl4pPr>
            <a:lvl5pPr marL="1172992" indent="0">
              <a:buNone/>
              <a:defRPr sz="898">
                <a:solidFill>
                  <a:schemeClr val="tx1">
                    <a:tint val="75000"/>
                  </a:schemeClr>
                </a:solidFill>
              </a:defRPr>
            </a:lvl5pPr>
            <a:lvl6pPr marL="1466240" indent="0">
              <a:buNone/>
              <a:defRPr sz="898">
                <a:solidFill>
                  <a:schemeClr val="tx1">
                    <a:tint val="75000"/>
                  </a:schemeClr>
                </a:solidFill>
              </a:defRPr>
            </a:lvl6pPr>
            <a:lvl7pPr marL="1759488" indent="0">
              <a:buNone/>
              <a:defRPr sz="898">
                <a:solidFill>
                  <a:schemeClr val="tx1">
                    <a:tint val="75000"/>
                  </a:schemeClr>
                </a:solidFill>
              </a:defRPr>
            </a:lvl7pPr>
            <a:lvl8pPr marL="2052737" indent="0">
              <a:buNone/>
              <a:defRPr sz="898">
                <a:solidFill>
                  <a:schemeClr val="tx1">
                    <a:tint val="75000"/>
                  </a:schemeClr>
                </a:solidFill>
              </a:defRPr>
            </a:lvl8pPr>
            <a:lvl9pPr marL="2345985" indent="0">
              <a:buNone/>
              <a:defRPr sz="89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3260" y="1048430"/>
            <a:ext cx="2590460" cy="2965352"/>
          </a:xfrm>
        </p:spPr>
        <p:txBody>
          <a:bodyPr/>
          <a:lstStyle>
            <a:lvl1pPr>
              <a:defRPr sz="1796"/>
            </a:lvl1pPr>
            <a:lvl2pPr>
              <a:defRPr sz="1539"/>
            </a:lvl2pPr>
            <a:lvl3pPr>
              <a:defRPr sz="1283"/>
            </a:lvl3pPr>
            <a:lvl4pPr>
              <a:defRPr sz="1155"/>
            </a:lvl4pPr>
            <a:lvl5pPr>
              <a:defRPr sz="1155"/>
            </a:lvl5pPr>
            <a:lvl6pPr>
              <a:defRPr sz="1155"/>
            </a:lvl6pPr>
            <a:lvl7pPr>
              <a:defRPr sz="1155"/>
            </a:lvl7pPr>
            <a:lvl8pPr>
              <a:defRPr sz="1155"/>
            </a:lvl8pPr>
            <a:lvl9pPr>
              <a:defRPr sz="115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81474" y="1048430"/>
            <a:ext cx="2590460" cy="2965352"/>
          </a:xfrm>
        </p:spPr>
        <p:txBody>
          <a:bodyPr/>
          <a:lstStyle>
            <a:lvl1pPr>
              <a:defRPr sz="1796"/>
            </a:lvl1pPr>
            <a:lvl2pPr>
              <a:defRPr sz="1539"/>
            </a:lvl2pPr>
            <a:lvl3pPr>
              <a:defRPr sz="1283"/>
            </a:lvl3pPr>
            <a:lvl4pPr>
              <a:defRPr sz="1155"/>
            </a:lvl4pPr>
            <a:lvl5pPr>
              <a:defRPr sz="1155"/>
            </a:lvl5pPr>
            <a:lvl6pPr>
              <a:defRPr sz="1155"/>
            </a:lvl6pPr>
            <a:lvl7pPr>
              <a:defRPr sz="1155"/>
            </a:lvl7pPr>
            <a:lvl8pPr>
              <a:defRPr sz="1155"/>
            </a:lvl8pPr>
            <a:lvl9pPr>
              <a:defRPr sz="115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260" y="1005786"/>
            <a:ext cx="2591479" cy="419164"/>
          </a:xfrm>
        </p:spPr>
        <p:txBody>
          <a:bodyPr anchor="b"/>
          <a:lstStyle>
            <a:lvl1pPr marL="0" indent="0">
              <a:buNone/>
              <a:defRPr sz="1539" b="1"/>
            </a:lvl1pPr>
            <a:lvl2pPr marL="293248" indent="0">
              <a:buNone/>
              <a:defRPr sz="1283" b="1"/>
            </a:lvl2pPr>
            <a:lvl3pPr marL="586496" indent="0">
              <a:buNone/>
              <a:defRPr sz="1155" b="1"/>
            </a:lvl3pPr>
            <a:lvl4pPr marL="879744" indent="0">
              <a:buNone/>
              <a:defRPr sz="1026" b="1"/>
            </a:lvl4pPr>
            <a:lvl5pPr marL="1172992" indent="0">
              <a:buNone/>
              <a:defRPr sz="1026" b="1"/>
            </a:lvl5pPr>
            <a:lvl6pPr marL="1466240" indent="0">
              <a:buNone/>
              <a:defRPr sz="1026" b="1"/>
            </a:lvl6pPr>
            <a:lvl7pPr marL="1759488" indent="0">
              <a:buNone/>
              <a:defRPr sz="1026" b="1"/>
            </a:lvl7pPr>
            <a:lvl8pPr marL="2052737" indent="0">
              <a:buNone/>
              <a:defRPr sz="1026" b="1"/>
            </a:lvl8pPr>
            <a:lvl9pPr marL="2345985" indent="0">
              <a:buNone/>
              <a:defRPr sz="102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3260" y="1424950"/>
            <a:ext cx="2591479" cy="2588832"/>
          </a:xfrm>
        </p:spPr>
        <p:txBody>
          <a:bodyPr/>
          <a:lstStyle>
            <a:lvl1pPr>
              <a:defRPr sz="1539"/>
            </a:lvl1pPr>
            <a:lvl2pPr>
              <a:defRPr sz="1283"/>
            </a:lvl2pPr>
            <a:lvl3pPr>
              <a:defRPr sz="1155"/>
            </a:lvl3pPr>
            <a:lvl4pPr>
              <a:defRPr sz="1026"/>
            </a:lvl4pPr>
            <a:lvl5pPr>
              <a:defRPr sz="1026"/>
            </a:lvl5pPr>
            <a:lvl6pPr>
              <a:defRPr sz="1026"/>
            </a:lvl6pPr>
            <a:lvl7pPr>
              <a:defRPr sz="1026"/>
            </a:lvl7pPr>
            <a:lvl8pPr>
              <a:defRPr sz="1026"/>
            </a:lvl8pPr>
            <a:lvl9pPr>
              <a:defRPr sz="102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79437" y="1005786"/>
            <a:ext cx="2592497" cy="419164"/>
          </a:xfrm>
        </p:spPr>
        <p:txBody>
          <a:bodyPr anchor="b"/>
          <a:lstStyle>
            <a:lvl1pPr marL="0" indent="0">
              <a:buNone/>
              <a:defRPr sz="1539" b="1"/>
            </a:lvl1pPr>
            <a:lvl2pPr marL="293248" indent="0">
              <a:buNone/>
              <a:defRPr sz="1283" b="1"/>
            </a:lvl2pPr>
            <a:lvl3pPr marL="586496" indent="0">
              <a:buNone/>
              <a:defRPr sz="1155" b="1"/>
            </a:lvl3pPr>
            <a:lvl4pPr marL="879744" indent="0">
              <a:buNone/>
              <a:defRPr sz="1026" b="1"/>
            </a:lvl4pPr>
            <a:lvl5pPr marL="1172992" indent="0">
              <a:buNone/>
              <a:defRPr sz="1026" b="1"/>
            </a:lvl5pPr>
            <a:lvl6pPr marL="1466240" indent="0">
              <a:buNone/>
              <a:defRPr sz="1026" b="1"/>
            </a:lvl6pPr>
            <a:lvl7pPr marL="1759488" indent="0">
              <a:buNone/>
              <a:defRPr sz="1026" b="1"/>
            </a:lvl7pPr>
            <a:lvl8pPr marL="2052737" indent="0">
              <a:buNone/>
              <a:defRPr sz="1026" b="1"/>
            </a:lvl8pPr>
            <a:lvl9pPr marL="2345985" indent="0">
              <a:buNone/>
              <a:defRPr sz="102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979437" y="1424950"/>
            <a:ext cx="2592497" cy="2588832"/>
          </a:xfrm>
        </p:spPr>
        <p:txBody>
          <a:bodyPr/>
          <a:lstStyle>
            <a:lvl1pPr>
              <a:defRPr sz="1539"/>
            </a:lvl1pPr>
            <a:lvl2pPr>
              <a:defRPr sz="1283"/>
            </a:lvl2pPr>
            <a:lvl3pPr>
              <a:defRPr sz="1155"/>
            </a:lvl3pPr>
            <a:lvl4pPr>
              <a:defRPr sz="1026"/>
            </a:lvl4pPr>
            <a:lvl5pPr>
              <a:defRPr sz="1026"/>
            </a:lvl5pPr>
            <a:lvl6pPr>
              <a:defRPr sz="1026"/>
            </a:lvl6pPr>
            <a:lvl7pPr>
              <a:defRPr sz="1026"/>
            </a:lvl7pPr>
            <a:lvl8pPr>
              <a:defRPr sz="1026"/>
            </a:lvl8pPr>
            <a:lvl9pPr>
              <a:defRPr sz="102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3260" y="178899"/>
            <a:ext cx="1929608" cy="761360"/>
          </a:xfrm>
        </p:spPr>
        <p:txBody>
          <a:bodyPr anchor="b"/>
          <a:lstStyle>
            <a:lvl1pPr algn="l">
              <a:defRPr sz="128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93128" y="178899"/>
            <a:ext cx="3278806" cy="3834883"/>
          </a:xfrm>
        </p:spPr>
        <p:txBody>
          <a:bodyPr/>
          <a:lstStyle>
            <a:lvl1pPr>
              <a:defRPr sz="2052"/>
            </a:lvl1pPr>
            <a:lvl2pPr>
              <a:defRPr sz="1796"/>
            </a:lvl2pPr>
            <a:lvl3pPr>
              <a:defRPr sz="1539"/>
            </a:lvl3pPr>
            <a:lvl4pPr>
              <a:defRPr sz="1283"/>
            </a:lvl4pPr>
            <a:lvl5pPr>
              <a:defRPr sz="1283"/>
            </a:lvl5pPr>
            <a:lvl6pPr>
              <a:defRPr sz="1283"/>
            </a:lvl6pPr>
            <a:lvl7pPr>
              <a:defRPr sz="1283"/>
            </a:lvl7pPr>
            <a:lvl8pPr>
              <a:defRPr sz="1283"/>
            </a:lvl8pPr>
            <a:lvl9pPr>
              <a:defRPr sz="128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3260" y="940259"/>
            <a:ext cx="1929608" cy="3073523"/>
          </a:xfrm>
        </p:spPr>
        <p:txBody>
          <a:bodyPr/>
          <a:lstStyle>
            <a:lvl1pPr marL="0" indent="0">
              <a:buNone/>
              <a:defRPr sz="898"/>
            </a:lvl1pPr>
            <a:lvl2pPr marL="293248" indent="0">
              <a:buNone/>
              <a:defRPr sz="770"/>
            </a:lvl2pPr>
            <a:lvl3pPr marL="586496" indent="0">
              <a:buNone/>
              <a:defRPr sz="641"/>
            </a:lvl3pPr>
            <a:lvl4pPr marL="879744" indent="0">
              <a:buNone/>
              <a:defRPr sz="577"/>
            </a:lvl4pPr>
            <a:lvl5pPr marL="1172992" indent="0">
              <a:buNone/>
              <a:defRPr sz="577"/>
            </a:lvl5pPr>
            <a:lvl6pPr marL="1466240" indent="0">
              <a:buNone/>
              <a:defRPr sz="577"/>
            </a:lvl6pPr>
            <a:lvl7pPr marL="1759488" indent="0">
              <a:buNone/>
              <a:defRPr sz="577"/>
            </a:lvl7pPr>
            <a:lvl8pPr marL="2052737" indent="0">
              <a:buNone/>
              <a:defRPr sz="577"/>
            </a:lvl8pPr>
            <a:lvl9pPr marL="2345985" indent="0">
              <a:buNone/>
              <a:defRPr sz="57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9619" y="3145290"/>
            <a:ext cx="3519116" cy="371319"/>
          </a:xfrm>
        </p:spPr>
        <p:txBody>
          <a:bodyPr anchor="b"/>
          <a:lstStyle>
            <a:lvl1pPr algn="l">
              <a:defRPr sz="128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49619" y="401482"/>
            <a:ext cx="3519116" cy="2695963"/>
          </a:xfrm>
        </p:spPr>
        <p:txBody>
          <a:bodyPr/>
          <a:lstStyle>
            <a:lvl1pPr marL="0" indent="0">
              <a:buNone/>
              <a:defRPr sz="2052"/>
            </a:lvl1pPr>
            <a:lvl2pPr marL="293248" indent="0">
              <a:buNone/>
              <a:defRPr sz="1796"/>
            </a:lvl2pPr>
            <a:lvl3pPr marL="586496" indent="0">
              <a:buNone/>
              <a:defRPr sz="1539"/>
            </a:lvl3pPr>
            <a:lvl4pPr marL="879744" indent="0">
              <a:buNone/>
              <a:defRPr sz="1283"/>
            </a:lvl4pPr>
            <a:lvl5pPr marL="1172992" indent="0">
              <a:buNone/>
              <a:defRPr sz="1283"/>
            </a:lvl5pPr>
            <a:lvl6pPr marL="1466240" indent="0">
              <a:buNone/>
              <a:defRPr sz="1283"/>
            </a:lvl6pPr>
            <a:lvl7pPr marL="1759488" indent="0">
              <a:buNone/>
              <a:defRPr sz="1283"/>
            </a:lvl7pPr>
            <a:lvl8pPr marL="2052737" indent="0">
              <a:buNone/>
              <a:defRPr sz="1283"/>
            </a:lvl8pPr>
            <a:lvl9pPr marL="2345985" indent="0">
              <a:buNone/>
              <a:defRPr sz="128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9619" y="3516610"/>
            <a:ext cx="3519116" cy="527335"/>
          </a:xfrm>
        </p:spPr>
        <p:txBody>
          <a:bodyPr/>
          <a:lstStyle>
            <a:lvl1pPr marL="0" indent="0">
              <a:buNone/>
              <a:defRPr sz="898"/>
            </a:lvl1pPr>
            <a:lvl2pPr marL="293248" indent="0">
              <a:buNone/>
              <a:defRPr sz="770"/>
            </a:lvl2pPr>
            <a:lvl3pPr marL="586496" indent="0">
              <a:buNone/>
              <a:defRPr sz="641"/>
            </a:lvl3pPr>
            <a:lvl4pPr marL="879744" indent="0">
              <a:buNone/>
              <a:defRPr sz="577"/>
            </a:lvl4pPr>
            <a:lvl5pPr marL="1172992" indent="0">
              <a:buNone/>
              <a:defRPr sz="577"/>
            </a:lvl5pPr>
            <a:lvl6pPr marL="1466240" indent="0">
              <a:buNone/>
              <a:defRPr sz="577"/>
            </a:lvl6pPr>
            <a:lvl7pPr marL="1759488" indent="0">
              <a:buNone/>
              <a:defRPr sz="577"/>
            </a:lvl7pPr>
            <a:lvl8pPr marL="2052737" indent="0">
              <a:buNone/>
              <a:defRPr sz="577"/>
            </a:lvl8pPr>
            <a:lvl9pPr marL="2345985" indent="0">
              <a:buNone/>
              <a:defRPr sz="57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252265" y="179939"/>
            <a:ext cx="1319669" cy="383384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260" y="179939"/>
            <a:ext cx="3861252" cy="383384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93260" y="179939"/>
            <a:ext cx="5278674" cy="74887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260" y="1048430"/>
            <a:ext cx="5278674" cy="29653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93260" y="4164598"/>
            <a:ext cx="1368545" cy="2392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03941" y="4164598"/>
            <a:ext cx="1857311" cy="2392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03389" y="4164598"/>
            <a:ext cx="1368545" cy="2392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7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293248" rtl="0" eaLnBrk="1" latinLnBrk="0" hangingPunct="1">
        <a:spcBef>
          <a:spcPct val="0"/>
        </a:spcBef>
        <a:buNone/>
        <a:defRPr sz="282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9936" indent="-219936" algn="l" defTabSz="293248" rtl="0" eaLnBrk="1" latinLnBrk="0" hangingPunct="1">
        <a:spcBef>
          <a:spcPct val="20000"/>
        </a:spcBef>
        <a:buFont typeface="Arial"/>
        <a:buChar char="•"/>
        <a:defRPr sz="2052" kern="1200">
          <a:solidFill>
            <a:schemeClr val="tx1"/>
          </a:solidFill>
          <a:latin typeface="+mn-lt"/>
          <a:ea typeface="+mn-ea"/>
          <a:cs typeface="+mn-cs"/>
        </a:defRPr>
      </a:lvl1pPr>
      <a:lvl2pPr marL="476528" indent="-183280" algn="l" defTabSz="293248" rtl="0" eaLnBrk="1" latinLnBrk="0" hangingPunct="1">
        <a:spcBef>
          <a:spcPct val="20000"/>
        </a:spcBef>
        <a:buFont typeface="Arial"/>
        <a:buChar char="–"/>
        <a:defRPr sz="1796" kern="1200">
          <a:solidFill>
            <a:schemeClr val="tx1"/>
          </a:solidFill>
          <a:latin typeface="+mn-lt"/>
          <a:ea typeface="+mn-ea"/>
          <a:cs typeface="+mn-cs"/>
        </a:defRPr>
      </a:lvl2pPr>
      <a:lvl3pPr marL="733120" indent="-146624" algn="l" defTabSz="293248" rtl="0" eaLnBrk="1" latinLnBrk="0" hangingPunct="1">
        <a:spcBef>
          <a:spcPct val="20000"/>
        </a:spcBef>
        <a:buFont typeface="Arial"/>
        <a:buChar char="•"/>
        <a:defRPr sz="1539" kern="1200">
          <a:solidFill>
            <a:schemeClr val="tx1"/>
          </a:solidFill>
          <a:latin typeface="+mn-lt"/>
          <a:ea typeface="+mn-ea"/>
          <a:cs typeface="+mn-cs"/>
        </a:defRPr>
      </a:lvl3pPr>
      <a:lvl4pPr marL="1026368" indent="-146624" algn="l" defTabSz="293248" rtl="0" eaLnBrk="1" latinLnBrk="0" hangingPunct="1">
        <a:spcBef>
          <a:spcPct val="20000"/>
        </a:spcBef>
        <a:buFont typeface="Arial"/>
        <a:buChar char="–"/>
        <a:defRPr sz="1283" kern="1200">
          <a:solidFill>
            <a:schemeClr val="tx1"/>
          </a:solidFill>
          <a:latin typeface="+mn-lt"/>
          <a:ea typeface="+mn-ea"/>
          <a:cs typeface="+mn-cs"/>
        </a:defRPr>
      </a:lvl4pPr>
      <a:lvl5pPr marL="1319616" indent="-146624" algn="l" defTabSz="293248" rtl="0" eaLnBrk="1" latinLnBrk="0" hangingPunct="1">
        <a:spcBef>
          <a:spcPct val="20000"/>
        </a:spcBef>
        <a:buFont typeface="Arial"/>
        <a:buChar char="»"/>
        <a:defRPr sz="1283" kern="1200">
          <a:solidFill>
            <a:schemeClr val="tx1"/>
          </a:solidFill>
          <a:latin typeface="+mn-lt"/>
          <a:ea typeface="+mn-ea"/>
          <a:cs typeface="+mn-cs"/>
        </a:defRPr>
      </a:lvl5pPr>
      <a:lvl6pPr marL="1612864" indent="-146624" algn="l" defTabSz="293248" rtl="0" eaLnBrk="1" latinLnBrk="0" hangingPunct="1">
        <a:spcBef>
          <a:spcPct val="20000"/>
        </a:spcBef>
        <a:buFont typeface="Arial"/>
        <a:buChar char="•"/>
        <a:defRPr sz="1283" kern="1200">
          <a:solidFill>
            <a:schemeClr val="tx1"/>
          </a:solidFill>
          <a:latin typeface="+mn-lt"/>
          <a:ea typeface="+mn-ea"/>
          <a:cs typeface="+mn-cs"/>
        </a:defRPr>
      </a:lvl6pPr>
      <a:lvl7pPr marL="1906113" indent="-146624" algn="l" defTabSz="293248" rtl="0" eaLnBrk="1" latinLnBrk="0" hangingPunct="1">
        <a:spcBef>
          <a:spcPct val="20000"/>
        </a:spcBef>
        <a:buFont typeface="Arial"/>
        <a:buChar char="•"/>
        <a:defRPr sz="1283" kern="1200">
          <a:solidFill>
            <a:schemeClr val="tx1"/>
          </a:solidFill>
          <a:latin typeface="+mn-lt"/>
          <a:ea typeface="+mn-ea"/>
          <a:cs typeface="+mn-cs"/>
        </a:defRPr>
      </a:lvl7pPr>
      <a:lvl8pPr marL="2199361" indent="-146624" algn="l" defTabSz="293248" rtl="0" eaLnBrk="1" latinLnBrk="0" hangingPunct="1">
        <a:spcBef>
          <a:spcPct val="20000"/>
        </a:spcBef>
        <a:buFont typeface="Arial"/>
        <a:buChar char="•"/>
        <a:defRPr sz="1283" kern="1200">
          <a:solidFill>
            <a:schemeClr val="tx1"/>
          </a:solidFill>
          <a:latin typeface="+mn-lt"/>
          <a:ea typeface="+mn-ea"/>
          <a:cs typeface="+mn-cs"/>
        </a:defRPr>
      </a:lvl8pPr>
      <a:lvl9pPr marL="2492609" indent="-146624" algn="l" defTabSz="293248" rtl="0" eaLnBrk="1" latinLnBrk="0" hangingPunct="1">
        <a:spcBef>
          <a:spcPct val="20000"/>
        </a:spcBef>
        <a:buFont typeface="Arial"/>
        <a:buChar char="•"/>
        <a:defRPr sz="128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93248" rtl="0" eaLnBrk="1" latinLnBrk="0" hangingPunct="1">
        <a:defRPr sz="1155" kern="1200">
          <a:solidFill>
            <a:schemeClr val="tx1"/>
          </a:solidFill>
          <a:latin typeface="+mn-lt"/>
          <a:ea typeface="+mn-ea"/>
          <a:cs typeface="+mn-cs"/>
        </a:defRPr>
      </a:lvl1pPr>
      <a:lvl2pPr marL="293248" algn="l" defTabSz="293248" rtl="0" eaLnBrk="1" latinLnBrk="0" hangingPunct="1">
        <a:defRPr sz="1155" kern="1200">
          <a:solidFill>
            <a:schemeClr val="tx1"/>
          </a:solidFill>
          <a:latin typeface="+mn-lt"/>
          <a:ea typeface="+mn-ea"/>
          <a:cs typeface="+mn-cs"/>
        </a:defRPr>
      </a:lvl2pPr>
      <a:lvl3pPr marL="586496" algn="l" defTabSz="293248" rtl="0" eaLnBrk="1" latinLnBrk="0" hangingPunct="1">
        <a:defRPr sz="1155" kern="1200">
          <a:solidFill>
            <a:schemeClr val="tx1"/>
          </a:solidFill>
          <a:latin typeface="+mn-lt"/>
          <a:ea typeface="+mn-ea"/>
          <a:cs typeface="+mn-cs"/>
        </a:defRPr>
      </a:lvl3pPr>
      <a:lvl4pPr marL="879744" algn="l" defTabSz="293248" rtl="0" eaLnBrk="1" latinLnBrk="0" hangingPunct="1">
        <a:defRPr sz="1155" kern="1200">
          <a:solidFill>
            <a:schemeClr val="tx1"/>
          </a:solidFill>
          <a:latin typeface="+mn-lt"/>
          <a:ea typeface="+mn-ea"/>
          <a:cs typeface="+mn-cs"/>
        </a:defRPr>
      </a:lvl4pPr>
      <a:lvl5pPr marL="1172992" algn="l" defTabSz="293248" rtl="0" eaLnBrk="1" latinLnBrk="0" hangingPunct="1">
        <a:defRPr sz="1155" kern="1200">
          <a:solidFill>
            <a:schemeClr val="tx1"/>
          </a:solidFill>
          <a:latin typeface="+mn-lt"/>
          <a:ea typeface="+mn-ea"/>
          <a:cs typeface="+mn-cs"/>
        </a:defRPr>
      </a:lvl5pPr>
      <a:lvl6pPr marL="1466240" algn="l" defTabSz="293248" rtl="0" eaLnBrk="1" latinLnBrk="0" hangingPunct="1">
        <a:defRPr sz="1155" kern="1200">
          <a:solidFill>
            <a:schemeClr val="tx1"/>
          </a:solidFill>
          <a:latin typeface="+mn-lt"/>
          <a:ea typeface="+mn-ea"/>
          <a:cs typeface="+mn-cs"/>
        </a:defRPr>
      </a:lvl6pPr>
      <a:lvl7pPr marL="1759488" algn="l" defTabSz="293248" rtl="0" eaLnBrk="1" latinLnBrk="0" hangingPunct="1">
        <a:defRPr sz="1155" kern="1200">
          <a:solidFill>
            <a:schemeClr val="tx1"/>
          </a:solidFill>
          <a:latin typeface="+mn-lt"/>
          <a:ea typeface="+mn-ea"/>
          <a:cs typeface="+mn-cs"/>
        </a:defRPr>
      </a:lvl7pPr>
      <a:lvl8pPr marL="2052737" algn="l" defTabSz="293248" rtl="0" eaLnBrk="1" latinLnBrk="0" hangingPunct="1">
        <a:defRPr sz="1155" kern="1200">
          <a:solidFill>
            <a:schemeClr val="tx1"/>
          </a:solidFill>
          <a:latin typeface="+mn-lt"/>
          <a:ea typeface="+mn-ea"/>
          <a:cs typeface="+mn-cs"/>
        </a:defRPr>
      </a:lvl8pPr>
      <a:lvl9pPr marL="2345985" algn="l" defTabSz="293248" rtl="0" eaLnBrk="1" latinLnBrk="0" hangingPunct="1">
        <a:defRPr sz="115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C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1039111" y="393219"/>
            <a:ext cx="4835515" cy="1045668"/>
          </a:xfrm>
          <a:prstGeom prst="round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50"/>
          </a:p>
        </p:txBody>
      </p:sp>
      <p:sp>
        <p:nvSpPr>
          <p:cNvPr id="4" name="TextBox 3"/>
          <p:cNvSpPr txBox="1"/>
          <p:nvPr/>
        </p:nvSpPr>
        <p:spPr>
          <a:xfrm>
            <a:off x="632958" y="491644"/>
            <a:ext cx="5472641" cy="231299"/>
          </a:xfrm>
          <a:prstGeom prst="rect">
            <a:avLst/>
          </a:prstGeom>
          <a:noFill/>
        </p:spPr>
        <p:txBody>
          <a:bodyPr wrap="square" lIns="46183" tIns="23091" rIns="46183" bIns="23091" anchor="t">
            <a:spAutoFit/>
          </a:bodyPr>
          <a:lstStyle/>
          <a:p>
            <a:pPr algn="ctr"/>
            <a:r>
              <a:rPr sz="1200" b="1" dirty="0">
                <a:solidFill>
                  <a:srgbClr val="FFD166"/>
                </a:solidFill>
                <a:latin typeface="Hiragino Sans"/>
              </a:rPr>
              <a:t>＼ </a:t>
            </a:r>
            <a:r>
              <a:rPr sz="1200" b="1" dirty="0" err="1">
                <a:solidFill>
                  <a:srgbClr val="FFD166"/>
                </a:solidFill>
                <a:latin typeface="Hiragino Sans"/>
              </a:rPr>
              <a:t>あの絶望をもう一度</a:t>
            </a:r>
            <a:r>
              <a:rPr sz="1200" b="1" dirty="0">
                <a:solidFill>
                  <a:srgbClr val="FFD166"/>
                </a:solidFill>
                <a:latin typeface="Hiragino Sans"/>
              </a:rPr>
              <a:t>。 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2224" y="658610"/>
            <a:ext cx="5472641" cy="539075"/>
          </a:xfrm>
          <a:prstGeom prst="rect">
            <a:avLst/>
          </a:prstGeom>
          <a:noFill/>
        </p:spPr>
        <p:txBody>
          <a:bodyPr wrap="square" lIns="46183" tIns="23091" rIns="46183" bIns="23091" anchor="ctr">
            <a:spAutoFit/>
          </a:bodyPr>
          <a:lstStyle/>
          <a:p>
            <a:pPr algn="ctr"/>
            <a:r>
              <a:rPr sz="3200" b="1" dirty="0" err="1">
                <a:solidFill>
                  <a:srgbClr val="FFFFFF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二度寝シミュレータ</a:t>
            </a:r>
            <a:r>
              <a:rPr sz="3200" b="1" dirty="0">
                <a:solidFill>
                  <a:srgbClr val="FFFFFF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rPr>
              <a:t>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386" y="1211533"/>
            <a:ext cx="5472641" cy="155252"/>
          </a:xfrm>
          <a:prstGeom prst="rect">
            <a:avLst/>
          </a:prstGeom>
          <a:noFill/>
        </p:spPr>
        <p:txBody>
          <a:bodyPr wrap="square" lIns="46183" tIns="23091" rIns="46183" bIns="23091" anchor="t">
            <a:spAutoFit/>
          </a:bodyPr>
          <a:lstStyle/>
          <a:p>
            <a:pPr algn="ctr"/>
            <a:r>
              <a:rPr sz="706" b="1" dirty="0">
                <a:solidFill>
                  <a:srgbClr val="FFD166"/>
                </a:solidFill>
                <a:latin typeface="Hiragino Sans"/>
              </a:rPr>
              <a:t>N I D O N E   S I M U L A T O R</a:t>
            </a:r>
          </a:p>
        </p:txBody>
      </p:sp>
      <p:sp>
        <p:nvSpPr>
          <p:cNvPr id="7" name="Oval 6"/>
          <p:cNvSpPr/>
          <p:nvPr/>
        </p:nvSpPr>
        <p:spPr>
          <a:xfrm>
            <a:off x="346370" y="427311"/>
            <a:ext cx="600374" cy="600374"/>
          </a:xfrm>
          <a:prstGeom prst="ellipse">
            <a:avLst/>
          </a:prstGeom>
          <a:solidFill>
            <a:srgbClr val="FFD166"/>
          </a:solidFill>
          <a:ln w="25400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770" b="1">
                <a:solidFill>
                  <a:srgbClr val="1B3A6B"/>
                </a:solidFill>
                <a:latin typeface="Hiragino Sans"/>
              </a:rPr>
              <a:t>7:00
AM</a:t>
            </a:r>
          </a:p>
        </p:txBody>
      </p:sp>
      <p:grpSp>
        <p:nvGrpSpPr>
          <p:cNvPr id="78" name="グループ化 77">
            <a:extLst>
              <a:ext uri="{FF2B5EF4-FFF2-40B4-BE49-F238E27FC236}">
                <a16:creationId xmlns:a16="http://schemas.microsoft.com/office/drawing/2014/main" id="{B3DFC633-35E1-5406-343C-E3FDB7968B8C}"/>
              </a:ext>
            </a:extLst>
          </p:cNvPr>
          <p:cNvGrpSpPr/>
          <p:nvPr/>
        </p:nvGrpSpPr>
        <p:grpSpPr>
          <a:xfrm>
            <a:off x="327637" y="1586596"/>
            <a:ext cx="6914508" cy="2314009"/>
            <a:chOff x="346370" y="1298973"/>
            <a:chExt cx="6478071" cy="1730151"/>
          </a:xfrm>
        </p:grpSpPr>
        <p:sp>
          <p:nvSpPr>
            <p:cNvPr id="8" name="Oval 7"/>
            <p:cNvSpPr/>
            <p:nvPr/>
          </p:nvSpPr>
          <p:spPr>
            <a:xfrm>
              <a:off x="346370" y="1304782"/>
              <a:ext cx="451238" cy="342446"/>
            </a:xfrm>
            <a:prstGeom prst="ellipse">
              <a:avLst/>
            </a:prstGeom>
            <a:solidFill>
              <a:srgbClr val="F5A62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1026" b="1" dirty="0">
                  <a:solidFill>
                    <a:srgbClr val="FFFFFF"/>
                  </a:solidFill>
                  <a:latin typeface="Hiragino Sans"/>
                </a:rPr>
                <a:t>01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31676" y="1298973"/>
              <a:ext cx="959419" cy="244059"/>
            </a:xfrm>
            <a:prstGeom prst="rect">
              <a:avLst/>
            </a:prstGeom>
            <a:noFill/>
          </p:spPr>
          <p:txBody>
            <a:bodyPr wrap="square" lIns="46183" tIns="23091" rIns="46183" bIns="23091" anchor="t">
              <a:spAutoFit/>
            </a:bodyPr>
            <a:lstStyle/>
            <a:p>
              <a:pPr algn="l"/>
              <a:r>
                <a:rPr sz="1800" b="1" dirty="0" err="1">
                  <a:solidFill>
                    <a:srgbClr val="1B3A6B"/>
                  </a:solidFill>
                  <a:latin typeface="Hiragino Sans"/>
                </a:rPr>
                <a:t>開発背景</a:t>
              </a:r>
              <a:endParaRPr sz="1800" b="1" dirty="0">
                <a:solidFill>
                  <a:srgbClr val="1B3A6B"/>
                </a:solidFill>
                <a:latin typeface="Hiragino Sans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02423" y="1548759"/>
              <a:ext cx="3694610" cy="161433"/>
            </a:xfrm>
            <a:prstGeom prst="rect">
              <a:avLst/>
            </a:prstGeom>
            <a:noFill/>
          </p:spPr>
          <p:txBody>
            <a:bodyPr wrap="square" lIns="46183" tIns="23091" rIns="46183" bIns="23091" anchor="t">
              <a:spAutoFit/>
            </a:bodyPr>
            <a:lstStyle/>
            <a:p>
              <a:pPr algn="l"/>
              <a:r>
                <a:rPr sz="1100" b="1" dirty="0">
                  <a:solidFill>
                    <a:srgbClr val="F5A623"/>
                  </a:solidFill>
                  <a:latin typeface="Hiragino Sans"/>
                </a:rPr>
                <a:t>BACKGROUND</a:t>
              </a:r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346370" y="1817661"/>
              <a:ext cx="6026833" cy="1200748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FFD1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75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92552" y="1846112"/>
              <a:ext cx="6026833" cy="172939"/>
            </a:xfrm>
            <a:prstGeom prst="rect">
              <a:avLst/>
            </a:prstGeom>
            <a:noFill/>
          </p:spPr>
          <p:txBody>
            <a:bodyPr wrap="square" lIns="46183" tIns="23091" rIns="46183" bIns="23091" anchor="t">
              <a:spAutoFit/>
            </a:bodyPr>
            <a:lstStyle/>
            <a:p>
              <a:pPr algn="l"/>
              <a:r>
                <a:rPr lang="ja-JP" altLang="en-US" sz="1200">
                  <a:solidFill>
                    <a:srgbClr val="1B3A6B"/>
                  </a:solidFill>
                  <a:latin typeface="Hiragino Maru Gothic Pro W4" panose="020F0400000000000000" pitchFamily="34" charset="-128"/>
                  <a:ea typeface="Hiragino Maru Gothic Pro W4" panose="020F0400000000000000" pitchFamily="34" charset="-128"/>
                </a:rPr>
                <a:t>５月上旬、私は</a:t>
              </a:r>
              <a:r>
                <a:rPr lang="ja-JP" altLang="en-US" sz="1200">
                  <a:solidFill>
                    <a:srgbClr val="1B3A6B"/>
                  </a:solidFill>
                  <a:highlight>
                    <a:srgbClr val="FFFF00"/>
                  </a:highlight>
                  <a:latin typeface="Hiragino Maru Gothic Pro W4" panose="020F0400000000000000" pitchFamily="34" charset="-128"/>
                  <a:ea typeface="Hiragino Maru Gothic Pro W4" panose="020F0400000000000000" pitchFamily="34" charset="-128"/>
                </a:rPr>
                <a:t>授業に寝坊した</a:t>
              </a:r>
              <a:r>
                <a:rPr lang="ja-JP" altLang="en-US" sz="1200">
                  <a:solidFill>
                    <a:srgbClr val="1B3A6B"/>
                  </a:solidFill>
                  <a:latin typeface="Hiragino Maru Gothic Pro W4" panose="020F0400000000000000" pitchFamily="34" charset="-128"/>
                  <a:ea typeface="Hiragino Maru Gothic Pro W4" panose="020F0400000000000000" pitchFamily="34" charset="-128"/>
                </a:rPr>
                <a:t>。事の顛末はこうだ・・・</a:t>
              </a:r>
              <a:endParaRPr sz="1200" dirty="0">
                <a:solidFill>
                  <a:srgbClr val="1B3A6B"/>
                </a:solidFill>
                <a:latin typeface="Hiragino Maru Gothic Pro W4" panose="020F0400000000000000" pitchFamily="34" charset="-128"/>
                <a:ea typeface="Hiragino Maru Gothic Pro W4" panose="020F0400000000000000" pitchFamily="34" charset="-128"/>
              </a:endParaRPr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415644" y="2038187"/>
              <a:ext cx="1350842" cy="831287"/>
            </a:xfrm>
            <a:prstGeom prst="roundRect">
              <a:avLst/>
            </a:prstGeom>
            <a:solidFill>
              <a:srgbClr val="FFD1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750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40252" y="2055654"/>
              <a:ext cx="1350842" cy="449083"/>
            </a:xfrm>
            <a:prstGeom prst="rect">
              <a:avLst/>
            </a:prstGeom>
            <a:noFill/>
          </p:spPr>
          <p:txBody>
            <a:bodyPr wrap="square" lIns="46183" tIns="23091" rIns="46183" bIns="23091" anchor="t">
              <a:spAutoFit/>
            </a:bodyPr>
            <a:lstStyle/>
            <a:p>
              <a:r>
                <a:rPr sz="1200" b="1" dirty="0">
                  <a:solidFill>
                    <a:srgbClr val="1B3A6B"/>
                  </a:solidFill>
                  <a:latin typeface="Hiragino Sans"/>
                </a:rPr>
                <a:t>①</a:t>
              </a:r>
            </a:p>
            <a:p>
              <a:r>
                <a:rPr lang="ja-JP" altLang="en-US" sz="1200" b="1">
                  <a:solidFill>
                    <a:srgbClr val="1B3A6B"/>
                  </a:solidFill>
                  <a:latin typeface="Hiragino Sans"/>
                </a:rPr>
                <a:t>予定より早く</a:t>
              </a:r>
              <a:endParaRPr lang="en-US" altLang="ja-JP" sz="1200" b="1" dirty="0">
                <a:solidFill>
                  <a:srgbClr val="1B3A6B"/>
                </a:solidFill>
                <a:latin typeface="Hiragino Sans"/>
              </a:endParaRPr>
            </a:p>
            <a:p>
              <a:r>
                <a:rPr lang="ja-JP" altLang="en-US" sz="1200" b="1">
                  <a:solidFill>
                    <a:srgbClr val="1B3A6B"/>
                  </a:solidFill>
                  <a:latin typeface="Hiragino Sans"/>
                </a:rPr>
                <a:t>パッと起きた</a:t>
              </a:r>
              <a:endParaRPr sz="1200" b="1" dirty="0">
                <a:solidFill>
                  <a:srgbClr val="1B3A6B"/>
                </a:solidFill>
                <a:latin typeface="Hiragino Sans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05778" y="2500632"/>
              <a:ext cx="1662091" cy="311011"/>
            </a:xfrm>
            <a:prstGeom prst="rect">
              <a:avLst/>
            </a:prstGeom>
            <a:noFill/>
          </p:spPr>
          <p:txBody>
            <a:bodyPr wrap="square" lIns="46183" tIns="23091" rIns="46183" bIns="23091" anchor="t">
              <a:spAutoFit/>
            </a:bodyPr>
            <a:lstStyle/>
            <a:p>
              <a:r>
                <a:rPr lang="ja-JP" altLang="en-US" sz="800">
                  <a:solidFill>
                    <a:srgbClr val="555555"/>
                  </a:solidFill>
                  <a:latin typeface="Hiragino Sans"/>
                </a:rPr>
                <a:t>「余裕じゃん」と</a:t>
              </a:r>
              <a:endParaRPr lang="en-US" altLang="ja-JP" sz="800" dirty="0">
                <a:solidFill>
                  <a:srgbClr val="555555"/>
                </a:solidFill>
                <a:latin typeface="Hiragino Sans"/>
              </a:endParaRPr>
            </a:p>
            <a:p>
              <a:r>
                <a:rPr lang="ja-JP" altLang="en-US" sz="800">
                  <a:solidFill>
                    <a:srgbClr val="555555"/>
                  </a:solidFill>
                  <a:latin typeface="Hiragino Sans"/>
                </a:rPr>
                <a:t>目覚ましを</a:t>
              </a:r>
              <a:r>
                <a:rPr lang="en-US" altLang="ja-JP" sz="800" dirty="0">
                  <a:solidFill>
                    <a:srgbClr val="555555"/>
                  </a:solidFill>
                  <a:latin typeface="Hiragino Sans"/>
                </a:rPr>
                <a:t>OFF</a:t>
              </a:r>
              <a:r>
                <a:rPr lang="ja-JP" altLang="en-US" sz="800">
                  <a:solidFill>
                    <a:srgbClr val="555555"/>
                  </a:solidFill>
                  <a:latin typeface="Hiragino Sans"/>
                </a:rPr>
                <a:t>。</a:t>
              </a:r>
              <a:endParaRPr lang="en-US" altLang="ja-JP" sz="800" dirty="0">
                <a:solidFill>
                  <a:srgbClr val="555555"/>
                </a:solidFill>
                <a:latin typeface="Hiragino Sans"/>
              </a:endParaRPr>
            </a:p>
            <a:p>
              <a:r>
                <a:rPr lang="ja-JP" altLang="en-US" sz="800">
                  <a:solidFill>
                    <a:srgbClr val="555555"/>
                  </a:solidFill>
                  <a:latin typeface="Hiragino Sans"/>
                </a:rPr>
                <a:t>でも少し眠いし、あと</a:t>
              </a:r>
              <a:r>
                <a:rPr lang="en-US" altLang="ja-JP" sz="800" dirty="0">
                  <a:solidFill>
                    <a:srgbClr val="555555"/>
                  </a:solidFill>
                  <a:latin typeface="Hiragino Sans"/>
                </a:rPr>
                <a:t>15</a:t>
              </a:r>
              <a:r>
                <a:rPr lang="ja-JP" altLang="en-US" sz="800">
                  <a:solidFill>
                    <a:srgbClr val="555555"/>
                  </a:solidFill>
                  <a:latin typeface="Hiragino Sans"/>
                </a:rPr>
                <a:t>分だけ・・・</a:t>
              </a:r>
              <a:endParaRPr sz="800" dirty="0">
                <a:solidFill>
                  <a:srgbClr val="555555"/>
                </a:solidFill>
                <a:latin typeface="Hiragino Sans"/>
              </a:endParaRPr>
            </a:p>
          </p:txBody>
        </p:sp>
        <p:sp>
          <p:nvSpPr>
            <p:cNvPr id="16" name="Right Arrow 15"/>
            <p:cNvSpPr/>
            <p:nvPr/>
          </p:nvSpPr>
          <p:spPr>
            <a:xfrm>
              <a:off x="1801118" y="2337652"/>
              <a:ext cx="161639" cy="184731"/>
            </a:xfrm>
            <a:prstGeom prst="rightArrow">
              <a:avLst/>
            </a:prstGeom>
            <a:solidFill>
              <a:srgbClr val="F5A62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750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1974305" y="2038187"/>
              <a:ext cx="1350842" cy="831287"/>
            </a:xfrm>
            <a:prstGeom prst="roundRect">
              <a:avLst/>
            </a:prstGeom>
            <a:solidFill>
              <a:srgbClr val="FFD1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750"/>
            </a:p>
          </p:txBody>
        </p:sp>
        <p:sp>
          <p:nvSpPr>
            <p:cNvPr id="20" name="Right Arrow 19"/>
            <p:cNvSpPr/>
            <p:nvPr/>
          </p:nvSpPr>
          <p:spPr>
            <a:xfrm>
              <a:off x="3393654" y="2337652"/>
              <a:ext cx="161639" cy="184731"/>
            </a:xfrm>
            <a:prstGeom prst="rightArrow">
              <a:avLst/>
            </a:prstGeom>
            <a:solidFill>
              <a:srgbClr val="F5A62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750" dirty="0"/>
            </a:p>
          </p:txBody>
        </p:sp>
        <p:sp>
          <p:nvSpPr>
            <p:cNvPr id="21" name="Rounded Rectangle 20"/>
            <p:cNvSpPr/>
            <p:nvPr/>
          </p:nvSpPr>
          <p:spPr>
            <a:xfrm>
              <a:off x="3632338" y="2036766"/>
              <a:ext cx="1462606" cy="831287"/>
            </a:xfrm>
            <a:prstGeom prst="roundRect">
              <a:avLst/>
            </a:prstGeom>
            <a:solidFill>
              <a:srgbClr val="FFD1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750" dirty="0"/>
            </a:p>
          </p:txBody>
        </p:sp>
        <p:sp>
          <p:nvSpPr>
            <p:cNvPr id="24" name="Right Arrow 23"/>
            <p:cNvSpPr/>
            <p:nvPr/>
          </p:nvSpPr>
          <p:spPr>
            <a:xfrm>
              <a:off x="5147761" y="2332473"/>
              <a:ext cx="161639" cy="184731"/>
            </a:xfrm>
            <a:prstGeom prst="rightArrow">
              <a:avLst/>
            </a:prstGeom>
            <a:solidFill>
              <a:srgbClr val="F5A62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750"/>
            </a:p>
          </p:txBody>
        </p:sp>
        <p:sp>
          <p:nvSpPr>
            <p:cNvPr id="25" name="Rounded Rectangle 24"/>
            <p:cNvSpPr/>
            <p:nvPr/>
          </p:nvSpPr>
          <p:spPr>
            <a:xfrm>
              <a:off x="5410690" y="2014823"/>
              <a:ext cx="873812" cy="862247"/>
            </a:xfrm>
            <a:prstGeom prst="roundRect">
              <a:avLst/>
            </a:prstGeom>
            <a:solidFill>
              <a:srgbClr val="F7882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750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5459418" y="2047722"/>
              <a:ext cx="839384" cy="863299"/>
            </a:xfrm>
            <a:prstGeom prst="rect">
              <a:avLst/>
            </a:prstGeom>
            <a:noFill/>
          </p:spPr>
          <p:txBody>
            <a:bodyPr wrap="square" lIns="46183" tIns="23091" rIns="46183" bIns="23091" anchor="t">
              <a:spAutoFit/>
            </a:bodyPr>
            <a:lstStyle/>
            <a:p>
              <a:r>
                <a:rPr sz="1200" b="1" dirty="0">
                  <a:solidFill>
                    <a:schemeClr val="bg1"/>
                  </a:solidFill>
                  <a:latin typeface="Hiragino Sans"/>
                </a:rPr>
                <a:t>④</a:t>
              </a:r>
              <a:endParaRPr lang="en-US" sz="1200" b="1" dirty="0">
                <a:solidFill>
                  <a:schemeClr val="bg1"/>
                </a:solidFill>
                <a:latin typeface="Hiragino Sans"/>
              </a:endParaRPr>
            </a:p>
            <a:p>
              <a:r>
                <a:rPr lang="en-US" sz="2000" b="1" dirty="0">
                  <a:solidFill>
                    <a:schemeClr val="bg1"/>
                  </a:solidFill>
                  <a:latin typeface="Hiragino Sans"/>
                </a:rPr>
                <a:t>2時間</a:t>
              </a:r>
            </a:p>
            <a:p>
              <a:pPr algn="ctr"/>
              <a:r>
                <a:rPr lang="en-US" sz="2000" b="1" dirty="0">
                  <a:solidFill>
                    <a:schemeClr val="bg1"/>
                  </a:solidFill>
                  <a:latin typeface="Hiragino Sans"/>
                </a:rPr>
                <a:t>経過</a:t>
              </a:r>
            </a:p>
            <a:p>
              <a:endParaRPr sz="2000" b="1" dirty="0">
                <a:solidFill>
                  <a:srgbClr val="1B3A6B"/>
                </a:solidFill>
                <a:latin typeface="Hiragino Sans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5178226" y="2638526"/>
              <a:ext cx="1350842" cy="264987"/>
            </a:xfrm>
            <a:prstGeom prst="rect">
              <a:avLst/>
            </a:prstGeom>
            <a:noFill/>
          </p:spPr>
          <p:txBody>
            <a:bodyPr wrap="square" lIns="46183" tIns="23091" rIns="46183" bIns="23091" anchor="t">
              <a:spAutoFit/>
            </a:bodyPr>
            <a:lstStyle/>
            <a:p>
              <a:pPr algn="ctr"/>
              <a:r>
                <a:rPr lang="en-US" sz="2000" dirty="0">
                  <a:solidFill>
                    <a:srgbClr val="FFFF00"/>
                  </a:solidFill>
                  <a:latin typeface="Hiragino Sans"/>
                </a:rPr>
                <a:t>!?</a:t>
              </a: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797608" y="2867691"/>
              <a:ext cx="6026833" cy="161433"/>
            </a:xfrm>
            <a:prstGeom prst="rect">
              <a:avLst/>
            </a:prstGeom>
            <a:noFill/>
          </p:spPr>
          <p:txBody>
            <a:bodyPr wrap="square" lIns="46183" tIns="23091" rIns="46183" bIns="23091" anchor="t">
              <a:spAutoFit/>
            </a:bodyPr>
            <a:lstStyle/>
            <a:p>
              <a:pPr algn="ctr"/>
              <a:r>
                <a:rPr sz="1100" b="1" dirty="0">
                  <a:solidFill>
                    <a:srgbClr val="F5A623"/>
                  </a:solidFill>
                  <a:latin typeface="Hiragino Sans"/>
                </a:rPr>
                <a:t>→ </a:t>
              </a:r>
              <a:r>
                <a:rPr lang="ja-JP" altLang="en-US" sz="1100" b="1">
                  <a:solidFill>
                    <a:srgbClr val="F5A623"/>
                  </a:solidFill>
                  <a:latin typeface="Hiragino Sans"/>
                </a:rPr>
                <a:t>この絶望体験、アプリで再現してみたい</a:t>
              </a:r>
              <a:endParaRPr sz="1100" b="1" dirty="0">
                <a:solidFill>
                  <a:srgbClr val="F5A623"/>
                </a:solidFill>
                <a:latin typeface="Hiragino Sans"/>
              </a:endParaRPr>
            </a:p>
          </p:txBody>
        </p:sp>
      </p:grpSp>
      <p:grpSp>
        <p:nvGrpSpPr>
          <p:cNvPr id="79" name="グループ化 78">
            <a:extLst>
              <a:ext uri="{FF2B5EF4-FFF2-40B4-BE49-F238E27FC236}">
                <a16:creationId xmlns:a16="http://schemas.microsoft.com/office/drawing/2014/main" id="{707FD86D-4D04-C04F-043F-347A6DC6EC05}"/>
              </a:ext>
            </a:extLst>
          </p:cNvPr>
          <p:cNvGrpSpPr/>
          <p:nvPr/>
        </p:nvGrpSpPr>
        <p:grpSpPr>
          <a:xfrm>
            <a:off x="224619" y="4081424"/>
            <a:ext cx="6683771" cy="1951265"/>
            <a:chOff x="292129" y="3076439"/>
            <a:chExt cx="6150348" cy="1599673"/>
          </a:xfrm>
        </p:grpSpPr>
        <p:sp>
          <p:nvSpPr>
            <p:cNvPr id="29" name="Oval 28"/>
            <p:cNvSpPr/>
            <p:nvPr/>
          </p:nvSpPr>
          <p:spPr>
            <a:xfrm>
              <a:off x="292129" y="3097630"/>
              <a:ext cx="377519" cy="331552"/>
            </a:xfrm>
            <a:prstGeom prst="ellipse">
              <a:avLst/>
            </a:prstGeom>
            <a:solidFill>
              <a:srgbClr val="F5A62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1026" b="1" dirty="0">
                  <a:solidFill>
                    <a:srgbClr val="FFFFFF"/>
                  </a:solidFill>
                  <a:latin typeface="Hiragino Sans"/>
                </a:rPr>
                <a:t>02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699559" y="3076439"/>
              <a:ext cx="2770958" cy="230743"/>
            </a:xfrm>
            <a:prstGeom prst="rect">
              <a:avLst/>
            </a:prstGeom>
            <a:noFill/>
          </p:spPr>
          <p:txBody>
            <a:bodyPr wrap="square" lIns="46183" tIns="23091" rIns="46183" bIns="23091" anchor="t">
              <a:spAutoFit/>
            </a:bodyPr>
            <a:lstStyle/>
            <a:p>
              <a:pPr algn="l"/>
              <a:r>
                <a:rPr sz="1800" b="1" dirty="0" err="1">
                  <a:solidFill>
                    <a:srgbClr val="1B3A6B"/>
                  </a:solidFill>
                  <a:latin typeface="Hiragino Sans"/>
                </a:rPr>
                <a:t>アプリ概要</a:t>
              </a:r>
              <a:endParaRPr sz="1800" b="1" dirty="0">
                <a:solidFill>
                  <a:srgbClr val="1B3A6B"/>
                </a:solidFill>
                <a:latin typeface="Hiragino Sans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763373" y="3324507"/>
              <a:ext cx="3694610" cy="153939"/>
            </a:xfrm>
            <a:prstGeom prst="rect">
              <a:avLst/>
            </a:prstGeom>
            <a:noFill/>
          </p:spPr>
          <p:txBody>
            <a:bodyPr wrap="square" lIns="46183" tIns="23091" rIns="46183" bIns="23091" anchor="t">
              <a:spAutoFit/>
            </a:bodyPr>
            <a:lstStyle/>
            <a:p>
              <a:pPr algn="l"/>
              <a:r>
                <a:rPr sz="1100" b="1" dirty="0">
                  <a:solidFill>
                    <a:srgbClr val="F5A623"/>
                  </a:solidFill>
                  <a:latin typeface="Hiragino Sans"/>
                </a:rPr>
                <a:t>OVERVIEW</a:t>
              </a:r>
            </a:p>
          </p:txBody>
        </p:sp>
        <p:sp>
          <p:nvSpPr>
            <p:cNvPr id="32" name="Rounded Rectangle 31"/>
            <p:cNvSpPr/>
            <p:nvPr/>
          </p:nvSpPr>
          <p:spPr>
            <a:xfrm>
              <a:off x="346370" y="3521547"/>
              <a:ext cx="1437434" cy="738922"/>
            </a:xfrm>
            <a:prstGeom prst="roundRect">
              <a:avLst/>
            </a:prstGeom>
            <a:solidFill>
              <a:srgbClr val="FFD1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75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346370" y="3567730"/>
              <a:ext cx="1437434" cy="328398"/>
            </a:xfrm>
            <a:prstGeom prst="rect">
              <a:avLst/>
            </a:prstGeom>
            <a:noFill/>
          </p:spPr>
          <p:txBody>
            <a:bodyPr wrap="square" lIns="46183" tIns="23091" rIns="46183" bIns="23091" anchor="t">
              <a:spAutoFit/>
            </a:bodyPr>
            <a:lstStyle/>
            <a:p>
              <a:pPr algn="l"/>
              <a:r>
                <a:rPr sz="1200" b="1" dirty="0">
                  <a:solidFill>
                    <a:srgbClr val="1B3A6B"/>
                  </a:solidFill>
                  <a:latin typeface="Hiragino Sans"/>
                </a:rPr>
                <a:t>1.</a:t>
              </a:r>
              <a:r>
                <a:rPr lang="ja-JP" altLang="en-US" sz="1200" b="1">
                  <a:solidFill>
                    <a:srgbClr val="1B3A6B"/>
                  </a:solidFill>
                  <a:latin typeface="Hiragino Sans"/>
                </a:rPr>
                <a:t>　</a:t>
              </a:r>
              <a:r>
                <a:rPr lang="en-US" altLang="ja-JP" sz="1200" b="1" dirty="0">
                  <a:solidFill>
                    <a:srgbClr val="1B3A6B"/>
                  </a:solidFill>
                  <a:latin typeface="Hiragino Sans"/>
                </a:rPr>
                <a:t> </a:t>
              </a:r>
              <a:r>
                <a:rPr lang="ja-JP" altLang="en-US" sz="1100" b="1">
                  <a:solidFill>
                    <a:srgbClr val="1B3A6B"/>
                  </a:solidFill>
                  <a:latin typeface="Hiragino Sans"/>
                </a:rPr>
                <a:t>起床時刻を</a:t>
              </a:r>
              <a:endParaRPr lang="en-US" altLang="ja-JP" sz="1100" b="1" dirty="0">
                <a:solidFill>
                  <a:srgbClr val="1B3A6B"/>
                </a:solidFill>
                <a:latin typeface="Hiragino Sans"/>
              </a:endParaRPr>
            </a:p>
            <a:p>
              <a:pPr algn="l"/>
              <a:r>
                <a:rPr lang="ja-JP" altLang="en-US" sz="1100" b="1">
                  <a:solidFill>
                    <a:srgbClr val="1B3A6B"/>
                  </a:solidFill>
                  <a:latin typeface="Hiragino Sans"/>
                </a:rPr>
                <a:t>　　</a:t>
              </a:r>
              <a:r>
                <a:rPr lang="en-US" altLang="ja-JP" sz="1100" b="1" dirty="0">
                  <a:solidFill>
                    <a:srgbClr val="1B3A6B"/>
                  </a:solidFill>
                  <a:latin typeface="Hiragino Sans"/>
                </a:rPr>
                <a:t>4</a:t>
              </a:r>
              <a:r>
                <a:rPr lang="ja-JP" altLang="en-US" sz="1100" b="1">
                  <a:solidFill>
                    <a:srgbClr val="1B3A6B"/>
                  </a:solidFill>
                  <a:latin typeface="Hiragino Sans"/>
                </a:rPr>
                <a:t>つの中から選ぶ</a:t>
              </a:r>
              <a:endParaRPr sz="1100" b="1" dirty="0">
                <a:solidFill>
                  <a:srgbClr val="1B3A6B"/>
                </a:solidFill>
                <a:latin typeface="Hiragino Sans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81903" y="3957328"/>
              <a:ext cx="1437434" cy="265318"/>
            </a:xfrm>
            <a:prstGeom prst="rect">
              <a:avLst/>
            </a:prstGeom>
            <a:noFill/>
          </p:spPr>
          <p:txBody>
            <a:bodyPr wrap="square" lIns="46183" tIns="23091" rIns="46183" bIns="23091" anchor="t">
              <a:spAutoFit/>
            </a:bodyPr>
            <a:lstStyle/>
            <a:p>
              <a:pPr algn="l"/>
              <a:r>
                <a:rPr lang="ja-JP" altLang="en-US" sz="900">
                  <a:solidFill>
                    <a:srgbClr val="555555"/>
                  </a:solidFill>
                  <a:latin typeface="Hiragino Sans"/>
                </a:rPr>
                <a:t>まずはアラームをセット。</a:t>
              </a:r>
              <a:endParaRPr lang="en-US" altLang="ja-JP" sz="900" dirty="0">
                <a:solidFill>
                  <a:srgbClr val="555555"/>
                </a:solidFill>
                <a:latin typeface="Hiragino Sans"/>
              </a:endParaRPr>
            </a:p>
            <a:p>
              <a:pPr algn="l"/>
              <a:r>
                <a:rPr lang="ja-JP" altLang="en-US" sz="900">
                  <a:solidFill>
                    <a:srgbClr val="555555"/>
                  </a:solidFill>
                  <a:latin typeface="Hiragino Sans"/>
                </a:rPr>
                <a:t>これが運命の分かれ道。</a:t>
              </a:r>
              <a:endParaRPr sz="900" dirty="0">
                <a:solidFill>
                  <a:srgbClr val="555555"/>
                </a:solidFill>
                <a:latin typeface="Hiragino Sans"/>
              </a:endParaRPr>
            </a:p>
          </p:txBody>
        </p:sp>
        <p:sp>
          <p:nvSpPr>
            <p:cNvPr id="35" name="Rounded Rectangle 34"/>
            <p:cNvSpPr/>
            <p:nvPr/>
          </p:nvSpPr>
          <p:spPr>
            <a:xfrm>
              <a:off x="1855838" y="3537459"/>
              <a:ext cx="1437434" cy="738922"/>
            </a:xfrm>
            <a:prstGeom prst="roundRect">
              <a:avLst/>
            </a:prstGeom>
            <a:solidFill>
              <a:srgbClr val="FFD1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750" dirty="0"/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3351750" y="3546314"/>
              <a:ext cx="1437434" cy="738922"/>
            </a:xfrm>
            <a:prstGeom prst="roundRect">
              <a:avLst/>
            </a:prstGeom>
            <a:solidFill>
              <a:srgbClr val="F7882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750"/>
            </a:p>
          </p:txBody>
        </p:sp>
        <p:sp>
          <p:nvSpPr>
            <p:cNvPr id="41" name="Rounded Rectangle 40"/>
            <p:cNvSpPr/>
            <p:nvPr/>
          </p:nvSpPr>
          <p:spPr>
            <a:xfrm>
              <a:off x="4869855" y="3527237"/>
              <a:ext cx="1437434" cy="738922"/>
            </a:xfrm>
            <a:prstGeom prst="roundRect">
              <a:avLst/>
            </a:prstGeom>
            <a:solidFill>
              <a:srgbClr val="1B3A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750"/>
            </a:p>
          </p:txBody>
        </p:sp>
        <p:sp>
          <p:nvSpPr>
            <p:cNvPr id="44" name="Rounded Rectangle 43"/>
            <p:cNvSpPr/>
            <p:nvPr/>
          </p:nvSpPr>
          <p:spPr>
            <a:xfrm>
              <a:off x="346370" y="4352834"/>
              <a:ext cx="5917231" cy="323278"/>
            </a:xfrm>
            <a:prstGeom prst="roundRect">
              <a:avLst/>
            </a:prstGeom>
            <a:solidFill>
              <a:srgbClr val="FFD1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750"/>
            </a:p>
          </p:txBody>
        </p:sp>
        <p:sp>
          <p:nvSpPr>
            <p:cNvPr id="45" name="5-Point Star 44"/>
            <p:cNvSpPr/>
            <p:nvPr/>
          </p:nvSpPr>
          <p:spPr>
            <a:xfrm>
              <a:off x="415644" y="4422108"/>
              <a:ext cx="184731" cy="184731"/>
            </a:xfrm>
            <a:prstGeom prst="star5">
              <a:avLst/>
            </a:prstGeom>
            <a:solidFill>
              <a:srgbClr val="F5A62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750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646557" y="4375926"/>
              <a:ext cx="5795920" cy="164390"/>
            </a:xfrm>
            <a:prstGeom prst="rect">
              <a:avLst/>
            </a:prstGeom>
            <a:noFill/>
          </p:spPr>
          <p:txBody>
            <a:bodyPr wrap="square" lIns="46183" tIns="23091" rIns="46183" bIns="23091" anchor="t">
              <a:spAutoFit/>
            </a:bodyPr>
            <a:lstStyle/>
            <a:p>
              <a:pPr algn="l"/>
              <a:r>
                <a:rPr sz="1000" b="1" dirty="0">
                  <a:solidFill>
                    <a:srgbClr val="1B3A6B"/>
                  </a:solidFill>
                  <a:latin typeface="Hiragino Sans"/>
                </a:rPr>
                <a:t>レアアイテム「</a:t>
              </a:r>
              <a:r>
                <a:rPr lang="en-US" sz="1000" b="1" dirty="0">
                  <a:solidFill>
                    <a:srgbClr val="1B3A6B"/>
                  </a:solidFill>
                  <a:latin typeface="Hiragino Sans"/>
                </a:rPr>
                <a:t>10分巻き戻し</a:t>
              </a:r>
              <a:r>
                <a:rPr sz="1000" b="1" dirty="0">
                  <a:solidFill>
                    <a:srgbClr val="1B3A6B"/>
                  </a:solidFill>
                  <a:latin typeface="Hiragino Sans"/>
                </a:rPr>
                <a:t>」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646557" y="4514474"/>
              <a:ext cx="5795920" cy="151774"/>
            </a:xfrm>
            <a:prstGeom prst="rect">
              <a:avLst/>
            </a:prstGeom>
            <a:noFill/>
          </p:spPr>
          <p:txBody>
            <a:bodyPr wrap="square" lIns="46183" tIns="23091" rIns="46183" bIns="23091" anchor="t">
              <a:spAutoFit/>
            </a:bodyPr>
            <a:lstStyle/>
            <a:p>
              <a:pPr algn="l"/>
              <a:r>
                <a:rPr lang="ja-JP" altLang="en-US" sz="900">
                  <a:solidFill>
                    <a:srgbClr val="555555"/>
                  </a:solidFill>
                  <a:latin typeface="Hiragino Sans"/>
                </a:rPr>
                <a:t>稀にゲットできる便利アイテム。寝過ぎたあの時間を、１０分だけ巻き戻せる。</a:t>
              </a:r>
              <a:endParaRPr sz="900" dirty="0">
                <a:solidFill>
                  <a:srgbClr val="555555"/>
                </a:solidFill>
                <a:latin typeface="Hiragino Sans"/>
              </a:endParaRPr>
            </a:p>
          </p:txBody>
        </p:sp>
      </p:grpSp>
      <p:grpSp>
        <p:nvGrpSpPr>
          <p:cNvPr id="80" name="グループ化 79">
            <a:extLst>
              <a:ext uri="{FF2B5EF4-FFF2-40B4-BE49-F238E27FC236}">
                <a16:creationId xmlns:a16="http://schemas.microsoft.com/office/drawing/2014/main" id="{B49EDEDD-8D18-4075-6705-662F0F849354}"/>
              </a:ext>
            </a:extLst>
          </p:cNvPr>
          <p:cNvGrpSpPr/>
          <p:nvPr/>
        </p:nvGrpSpPr>
        <p:grpSpPr>
          <a:xfrm>
            <a:off x="177172" y="6157690"/>
            <a:ext cx="6632627" cy="2546091"/>
            <a:chOff x="346370" y="4814661"/>
            <a:chExt cx="6455600" cy="1956903"/>
          </a:xfrm>
        </p:grpSpPr>
        <p:sp>
          <p:nvSpPr>
            <p:cNvPr id="48" name="Oval 47"/>
            <p:cNvSpPr/>
            <p:nvPr/>
          </p:nvSpPr>
          <p:spPr>
            <a:xfrm>
              <a:off x="354622" y="4859880"/>
              <a:ext cx="357914" cy="290869"/>
            </a:xfrm>
            <a:prstGeom prst="ellipse">
              <a:avLst/>
            </a:prstGeom>
            <a:solidFill>
              <a:srgbClr val="F5A62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1026" b="1" dirty="0">
                  <a:solidFill>
                    <a:srgbClr val="FFFFFF"/>
                  </a:solidFill>
                  <a:latin typeface="Hiragino Sans"/>
                </a:rPr>
                <a:t>03</a:t>
              </a: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715831" y="4814661"/>
              <a:ext cx="2770958" cy="248741"/>
            </a:xfrm>
            <a:prstGeom prst="rect">
              <a:avLst/>
            </a:prstGeom>
            <a:noFill/>
          </p:spPr>
          <p:txBody>
            <a:bodyPr wrap="square" lIns="46183" tIns="23091" rIns="46183" bIns="23091" anchor="t">
              <a:spAutoFit/>
            </a:bodyPr>
            <a:lstStyle/>
            <a:p>
              <a:pPr algn="l"/>
              <a:r>
                <a:rPr sz="1800" b="1" dirty="0" err="1">
                  <a:solidFill>
                    <a:srgbClr val="1B3A6B"/>
                  </a:solidFill>
                  <a:latin typeface="Hiragino Sans"/>
                </a:rPr>
                <a:t>システム構成</a:t>
              </a:r>
              <a:endParaRPr sz="1800" b="1" dirty="0">
                <a:solidFill>
                  <a:srgbClr val="1B3A6B"/>
                </a:solidFill>
                <a:latin typeface="Hiragino Sans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715831" y="5045574"/>
              <a:ext cx="3694610" cy="160033"/>
            </a:xfrm>
            <a:prstGeom prst="rect">
              <a:avLst/>
            </a:prstGeom>
            <a:noFill/>
          </p:spPr>
          <p:txBody>
            <a:bodyPr wrap="square" lIns="46183" tIns="23091" rIns="46183" bIns="23091" anchor="t">
              <a:spAutoFit/>
            </a:bodyPr>
            <a:lstStyle/>
            <a:p>
              <a:pPr algn="l"/>
              <a:r>
                <a:rPr sz="1050" b="1" dirty="0">
                  <a:solidFill>
                    <a:srgbClr val="F5A623"/>
                  </a:solidFill>
                  <a:latin typeface="Hiragino Sans"/>
                </a:rPr>
                <a:t>TECH STACK</a:t>
              </a:r>
            </a:p>
          </p:txBody>
        </p:sp>
        <p:sp>
          <p:nvSpPr>
            <p:cNvPr id="51" name="Oval 50"/>
            <p:cNvSpPr/>
            <p:nvPr/>
          </p:nvSpPr>
          <p:spPr>
            <a:xfrm>
              <a:off x="3511406" y="4863099"/>
              <a:ext cx="404096" cy="298664"/>
            </a:xfrm>
            <a:prstGeom prst="ellipse">
              <a:avLst/>
            </a:prstGeom>
            <a:solidFill>
              <a:srgbClr val="F5A62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1026" b="1">
                  <a:solidFill>
                    <a:srgbClr val="FFFFFF"/>
                  </a:solidFill>
                  <a:latin typeface="Hiragino Sans"/>
                </a:rPr>
                <a:t>04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3976139" y="4833823"/>
              <a:ext cx="2770958" cy="248741"/>
            </a:xfrm>
            <a:prstGeom prst="rect">
              <a:avLst/>
            </a:prstGeom>
            <a:noFill/>
          </p:spPr>
          <p:txBody>
            <a:bodyPr wrap="square" lIns="46183" tIns="23091" rIns="46183" bIns="23091" anchor="t">
              <a:spAutoFit/>
            </a:bodyPr>
            <a:lstStyle/>
            <a:p>
              <a:pPr algn="l"/>
              <a:r>
                <a:rPr sz="1800" b="1" dirty="0" err="1">
                  <a:solidFill>
                    <a:srgbClr val="1B3A6B"/>
                  </a:solidFill>
                  <a:latin typeface="Hiragino Sans"/>
                </a:rPr>
                <a:t>デモ動作</a:t>
              </a:r>
              <a:endParaRPr sz="1800" b="1" dirty="0">
                <a:solidFill>
                  <a:srgbClr val="1B3A6B"/>
                </a:solidFill>
                <a:latin typeface="Hiragino Sans"/>
              </a:endParaRPr>
            </a:p>
          </p:txBody>
        </p:sp>
        <p:sp>
          <p:nvSpPr>
            <p:cNvPr id="54" name="Rounded Rectangle 53"/>
            <p:cNvSpPr/>
            <p:nvPr/>
          </p:nvSpPr>
          <p:spPr>
            <a:xfrm>
              <a:off x="346370" y="5276487"/>
              <a:ext cx="2990325" cy="369461"/>
            </a:xfrm>
            <a:prstGeom prst="roundRect">
              <a:avLst/>
            </a:prstGeom>
            <a:solidFill>
              <a:srgbClr val="FFD1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750"/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392552" y="5299578"/>
              <a:ext cx="2897960" cy="130464"/>
            </a:xfrm>
            <a:prstGeom prst="rect">
              <a:avLst/>
            </a:prstGeom>
            <a:noFill/>
          </p:spPr>
          <p:txBody>
            <a:bodyPr wrap="square" lIns="46183" tIns="23091" rIns="46183" bIns="23091" anchor="t">
              <a:spAutoFit/>
            </a:bodyPr>
            <a:lstStyle/>
            <a:p>
              <a:pPr algn="l"/>
              <a:r>
                <a:rPr sz="800" b="1" dirty="0">
                  <a:solidFill>
                    <a:srgbClr val="1B3A6B"/>
                  </a:solidFill>
                  <a:latin typeface="Hiragino Sans"/>
                </a:rPr>
                <a:t>▼ FRONTEND</a:t>
              </a: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458123" y="5424390"/>
              <a:ext cx="2897960" cy="165946"/>
            </a:xfrm>
            <a:prstGeom prst="rect">
              <a:avLst/>
            </a:prstGeom>
            <a:noFill/>
          </p:spPr>
          <p:txBody>
            <a:bodyPr wrap="square" lIns="46183" tIns="23091" rIns="46183" bIns="23091" anchor="t">
              <a:spAutoFit/>
            </a:bodyPr>
            <a:lstStyle/>
            <a:p>
              <a:pPr algn="l"/>
              <a:r>
                <a:rPr lang="en-US" altLang="ja-JP" sz="1100" b="1" dirty="0">
                  <a:solidFill>
                    <a:srgbClr val="1B3A6B"/>
                  </a:solidFill>
                  <a:latin typeface="Hiragino Sans"/>
                </a:rPr>
                <a:t>React19</a:t>
              </a:r>
              <a:r>
                <a:rPr lang="ja-JP" altLang="en-US" sz="1100" b="1">
                  <a:solidFill>
                    <a:srgbClr val="1B3A6B"/>
                  </a:solidFill>
                  <a:latin typeface="Hiragino Sans"/>
                </a:rPr>
                <a:t> ＋　</a:t>
              </a:r>
              <a:r>
                <a:rPr lang="en-US" altLang="ja-JP" sz="1100" b="1" dirty="0">
                  <a:solidFill>
                    <a:srgbClr val="1B3A6B"/>
                  </a:solidFill>
                  <a:latin typeface="Hiragino Sans"/>
                </a:rPr>
                <a:t>Vite</a:t>
              </a:r>
              <a:r>
                <a:rPr lang="ja-JP" altLang="en-US" sz="1100" b="1">
                  <a:solidFill>
                    <a:srgbClr val="1B3A6B"/>
                  </a:solidFill>
                  <a:latin typeface="Hiragino Sans"/>
                </a:rPr>
                <a:t>　</a:t>
              </a:r>
              <a:endParaRPr sz="1100" b="1" dirty="0">
                <a:solidFill>
                  <a:srgbClr val="1B3A6B"/>
                </a:solidFill>
                <a:latin typeface="Hiragino Sans"/>
              </a:endParaRPr>
            </a:p>
          </p:txBody>
        </p:sp>
        <p:sp>
          <p:nvSpPr>
            <p:cNvPr id="57" name="Rounded Rectangle 56"/>
            <p:cNvSpPr/>
            <p:nvPr/>
          </p:nvSpPr>
          <p:spPr>
            <a:xfrm>
              <a:off x="346370" y="5715222"/>
              <a:ext cx="2990325" cy="369461"/>
            </a:xfrm>
            <a:prstGeom prst="roundRect">
              <a:avLst/>
            </a:prstGeom>
            <a:solidFill>
              <a:srgbClr val="F5A62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750"/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392552" y="5738313"/>
              <a:ext cx="2897960" cy="142291"/>
            </a:xfrm>
            <a:prstGeom prst="rect">
              <a:avLst/>
            </a:prstGeom>
            <a:noFill/>
          </p:spPr>
          <p:txBody>
            <a:bodyPr wrap="square" lIns="46183" tIns="23091" rIns="46183" bIns="23091" anchor="t">
              <a:spAutoFit/>
            </a:bodyPr>
            <a:lstStyle/>
            <a:p>
              <a:pPr algn="l"/>
              <a:r>
                <a:rPr sz="900" b="1" dirty="0">
                  <a:solidFill>
                    <a:srgbClr val="1B3A6B"/>
                  </a:solidFill>
                  <a:latin typeface="Hiragino Sans"/>
                </a:rPr>
                <a:t>▼ BACKEND / DB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493002" y="5858090"/>
              <a:ext cx="2897960" cy="248741"/>
            </a:xfrm>
            <a:prstGeom prst="rect">
              <a:avLst/>
            </a:prstGeom>
            <a:noFill/>
          </p:spPr>
          <p:txBody>
            <a:bodyPr wrap="square" lIns="46183" tIns="23091" rIns="46183" bIns="23091" anchor="t">
              <a:spAutoFit/>
            </a:bodyPr>
            <a:lstStyle/>
            <a:p>
              <a:pPr algn="l"/>
              <a:r>
                <a:rPr lang="en-US" sz="1100" b="1" dirty="0">
                  <a:solidFill>
                    <a:srgbClr val="1B3A6B"/>
                  </a:solidFill>
                  <a:latin typeface="Hiragino Sans"/>
                </a:rPr>
                <a:t>Supabase</a:t>
              </a:r>
            </a:p>
            <a:p>
              <a:pPr algn="l"/>
              <a:r>
                <a:rPr lang="en-US" sz="700" b="1" dirty="0">
                  <a:solidFill>
                    <a:srgbClr val="1B3A6B"/>
                  </a:solidFill>
                  <a:latin typeface="Hiragino Sans"/>
                </a:rPr>
                <a:t>(</a:t>
              </a:r>
              <a:r>
                <a:rPr lang="en-US" sz="700" b="1" dirty="0" err="1">
                  <a:solidFill>
                    <a:srgbClr val="1B3A6B"/>
                  </a:solidFill>
                  <a:latin typeface="Hiragino Sans"/>
                </a:rPr>
                <a:t>ランキングのスコア保存・取得</a:t>
              </a:r>
              <a:r>
                <a:rPr lang="en-US" sz="700" b="1" dirty="0">
                  <a:solidFill>
                    <a:srgbClr val="1B3A6B"/>
                  </a:solidFill>
                  <a:latin typeface="Hiragino Sans"/>
                </a:rPr>
                <a:t>) </a:t>
              </a:r>
              <a:endParaRPr sz="700" b="1" dirty="0">
                <a:solidFill>
                  <a:srgbClr val="1B3A6B"/>
                </a:solidFill>
                <a:latin typeface="Hiragino Sans"/>
              </a:endParaRPr>
            </a:p>
          </p:txBody>
        </p:sp>
        <p:sp>
          <p:nvSpPr>
            <p:cNvPr id="60" name="Rounded Rectangle 59"/>
            <p:cNvSpPr/>
            <p:nvPr/>
          </p:nvSpPr>
          <p:spPr>
            <a:xfrm>
              <a:off x="346370" y="6153957"/>
              <a:ext cx="2990325" cy="369461"/>
            </a:xfrm>
            <a:prstGeom prst="roundRect">
              <a:avLst/>
            </a:prstGeom>
            <a:solidFill>
              <a:srgbClr val="FFD1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750"/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392552" y="6177048"/>
              <a:ext cx="2897960" cy="142291"/>
            </a:xfrm>
            <a:prstGeom prst="rect">
              <a:avLst/>
            </a:prstGeom>
            <a:noFill/>
          </p:spPr>
          <p:txBody>
            <a:bodyPr wrap="square" lIns="46183" tIns="23091" rIns="46183" bIns="23091" anchor="t">
              <a:spAutoFit/>
            </a:bodyPr>
            <a:lstStyle/>
            <a:p>
              <a:pPr algn="l"/>
              <a:r>
                <a:rPr sz="900" b="1" dirty="0">
                  <a:solidFill>
                    <a:srgbClr val="1B3A6B"/>
                  </a:solidFill>
                  <a:latin typeface="Hiragino Sans"/>
                </a:rPr>
                <a:t>▼ STYLE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402669" y="6314223"/>
              <a:ext cx="2897960" cy="165946"/>
            </a:xfrm>
            <a:prstGeom prst="rect">
              <a:avLst/>
            </a:prstGeom>
            <a:noFill/>
          </p:spPr>
          <p:txBody>
            <a:bodyPr wrap="square" lIns="46183" tIns="23091" rIns="46183" bIns="23091" anchor="t">
              <a:spAutoFit/>
            </a:bodyPr>
            <a:lstStyle/>
            <a:p>
              <a:pPr algn="l"/>
              <a:r>
                <a:rPr lang="ja-JP" altLang="en-US" sz="1100" b="1">
                  <a:solidFill>
                    <a:srgbClr val="1B3A6B"/>
                  </a:solidFill>
                  <a:latin typeface="Hiragino Sans"/>
                </a:rPr>
                <a:t>コンポーネントごとの</a:t>
              </a:r>
              <a:r>
                <a:rPr lang="en-US" altLang="ja-JP" sz="1100" b="1" dirty="0">
                  <a:solidFill>
                    <a:srgbClr val="1B3A6B"/>
                  </a:solidFill>
                  <a:latin typeface="Hiragino Sans"/>
                </a:rPr>
                <a:t>CSS</a:t>
              </a:r>
              <a:endParaRPr sz="1100" b="1" dirty="0">
                <a:solidFill>
                  <a:srgbClr val="1B3A6B"/>
                </a:solidFill>
                <a:latin typeface="Hiragino Sans"/>
              </a:endParaRPr>
            </a:p>
          </p:txBody>
        </p:sp>
        <p:sp>
          <p:nvSpPr>
            <p:cNvPr id="63" name="Rounded Rectangle 62"/>
            <p:cNvSpPr/>
            <p:nvPr/>
          </p:nvSpPr>
          <p:spPr>
            <a:xfrm>
              <a:off x="3521426" y="5276487"/>
              <a:ext cx="1497752" cy="1177191"/>
            </a:xfrm>
            <a:prstGeom prst="roundRect">
              <a:avLst/>
            </a:prstGeom>
            <a:solidFill>
              <a:srgbClr val="1B3A6B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750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3521426" y="5784496"/>
              <a:ext cx="1333523" cy="96508"/>
            </a:xfrm>
            <a:prstGeom prst="rect">
              <a:avLst/>
            </a:prstGeom>
            <a:noFill/>
          </p:spPr>
          <p:txBody>
            <a:bodyPr wrap="square" lIns="46183" tIns="23091" rIns="46183" bIns="23091" anchor="t">
              <a:spAutoFit/>
            </a:bodyPr>
            <a:lstStyle/>
            <a:p>
              <a:pPr algn="ctr"/>
              <a:endParaRPr sz="513" dirty="0">
                <a:solidFill>
                  <a:srgbClr val="FFFFFF"/>
                </a:solidFill>
                <a:latin typeface="Hiragino Sans"/>
              </a:endParaRPr>
            </a:p>
          </p:txBody>
        </p:sp>
        <p:sp>
          <p:nvSpPr>
            <p:cNvPr id="66" name="Rounded Rectangle 65"/>
            <p:cNvSpPr/>
            <p:nvPr/>
          </p:nvSpPr>
          <p:spPr>
            <a:xfrm>
              <a:off x="5304219" y="5276095"/>
              <a:ext cx="1497751" cy="1197316"/>
            </a:xfrm>
            <a:prstGeom prst="roundRect">
              <a:avLst/>
            </a:prstGeom>
            <a:solidFill>
              <a:srgbClr val="FFD16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750"/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5426031" y="5319880"/>
              <a:ext cx="1333523" cy="248741"/>
            </a:xfrm>
            <a:prstGeom prst="rect">
              <a:avLst/>
            </a:prstGeom>
            <a:noFill/>
          </p:spPr>
          <p:txBody>
            <a:bodyPr wrap="square" lIns="46183" tIns="23091" rIns="46183" bIns="23091" anchor="t">
              <a:spAutoFit/>
            </a:bodyPr>
            <a:lstStyle/>
            <a:p>
              <a:pPr algn="ctr"/>
              <a:r>
                <a:rPr sz="1800" b="1" dirty="0">
                  <a:solidFill>
                    <a:srgbClr val="F5A623"/>
                  </a:solidFill>
                  <a:latin typeface="Hiragino Sans"/>
                </a:rPr>
                <a:t>☀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5178228" y="5784496"/>
              <a:ext cx="1333523" cy="96508"/>
            </a:xfrm>
            <a:prstGeom prst="rect">
              <a:avLst/>
            </a:prstGeom>
            <a:noFill/>
          </p:spPr>
          <p:txBody>
            <a:bodyPr wrap="square" lIns="46183" tIns="23091" rIns="46183" bIns="23091" anchor="t">
              <a:spAutoFit/>
            </a:bodyPr>
            <a:lstStyle/>
            <a:p>
              <a:pPr algn="ctr"/>
              <a:endParaRPr sz="513" dirty="0">
                <a:solidFill>
                  <a:srgbClr val="1B3A6B"/>
                </a:solidFill>
                <a:latin typeface="Hiragino Sans"/>
              </a:endParaRPr>
            </a:p>
          </p:txBody>
        </p:sp>
        <p:sp>
          <p:nvSpPr>
            <p:cNvPr id="69" name="Left-Right Arrow 68"/>
            <p:cNvSpPr/>
            <p:nvPr/>
          </p:nvSpPr>
          <p:spPr>
            <a:xfrm>
              <a:off x="5033620" y="5816533"/>
              <a:ext cx="244038" cy="97820"/>
            </a:xfrm>
            <a:prstGeom prst="leftRightArrow">
              <a:avLst/>
            </a:prstGeom>
            <a:solidFill>
              <a:srgbClr val="F5A62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750"/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3554285" y="6570134"/>
              <a:ext cx="1333523" cy="201430"/>
            </a:xfrm>
            <a:prstGeom prst="rect">
              <a:avLst/>
            </a:prstGeom>
            <a:noFill/>
          </p:spPr>
          <p:txBody>
            <a:bodyPr wrap="square" lIns="46183" tIns="23091" rIns="46183" bIns="23091" anchor="t">
              <a:spAutoFit/>
            </a:bodyPr>
            <a:lstStyle/>
            <a:p>
              <a:pPr algn="ctr"/>
              <a:r>
                <a:rPr sz="1400" b="1" dirty="0" err="1">
                  <a:solidFill>
                    <a:srgbClr val="1B3A6B"/>
                  </a:solidFill>
                  <a:latin typeface="Hiragino Sans"/>
                </a:rPr>
                <a:t>寝る</a:t>
              </a:r>
              <a:r>
                <a:rPr lang="en-US" sz="1400" b="1" dirty="0">
                  <a:solidFill>
                    <a:srgbClr val="1B3A6B"/>
                  </a:solidFill>
                  <a:latin typeface="Hiragino Sans"/>
                </a:rPr>
                <a:t> </a:t>
              </a:r>
              <a:endParaRPr sz="1400" b="1" dirty="0">
                <a:solidFill>
                  <a:srgbClr val="1B3A6B"/>
                </a:solidFill>
                <a:latin typeface="Hiragino Sans"/>
              </a:endParaRP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5420470" y="6570134"/>
              <a:ext cx="1333523" cy="201430"/>
            </a:xfrm>
            <a:prstGeom prst="rect">
              <a:avLst/>
            </a:prstGeom>
            <a:noFill/>
          </p:spPr>
          <p:txBody>
            <a:bodyPr wrap="square" lIns="46183" tIns="23091" rIns="46183" bIns="23091" anchor="t">
              <a:spAutoFit/>
            </a:bodyPr>
            <a:lstStyle/>
            <a:p>
              <a:pPr algn="ctr"/>
              <a:r>
                <a:rPr sz="1400" b="1" dirty="0" err="1">
                  <a:solidFill>
                    <a:srgbClr val="1B3A6B"/>
                  </a:solidFill>
                  <a:latin typeface="Hiragino Sans"/>
                </a:rPr>
                <a:t>起きる</a:t>
              </a:r>
              <a:endParaRPr sz="1400" b="1" dirty="0">
                <a:solidFill>
                  <a:srgbClr val="1B3A6B"/>
                </a:solidFill>
                <a:latin typeface="Hiragino Sans"/>
              </a:endParaRPr>
            </a:p>
          </p:txBody>
        </p:sp>
      </p:grpSp>
      <p:grpSp>
        <p:nvGrpSpPr>
          <p:cNvPr id="81" name="グループ化 80">
            <a:extLst>
              <a:ext uri="{FF2B5EF4-FFF2-40B4-BE49-F238E27FC236}">
                <a16:creationId xmlns:a16="http://schemas.microsoft.com/office/drawing/2014/main" id="{06BFCC04-B4E5-00B9-6C66-B12B6DE8EF10}"/>
              </a:ext>
            </a:extLst>
          </p:cNvPr>
          <p:cNvGrpSpPr/>
          <p:nvPr/>
        </p:nvGrpSpPr>
        <p:grpSpPr>
          <a:xfrm>
            <a:off x="309680" y="8475529"/>
            <a:ext cx="6165381" cy="953778"/>
            <a:chOff x="346370" y="6562904"/>
            <a:chExt cx="6165381" cy="953778"/>
          </a:xfrm>
        </p:grpSpPr>
        <p:sp>
          <p:nvSpPr>
            <p:cNvPr id="72" name="Oval 71"/>
            <p:cNvSpPr/>
            <p:nvPr/>
          </p:nvSpPr>
          <p:spPr>
            <a:xfrm>
              <a:off x="346370" y="6685057"/>
              <a:ext cx="323278" cy="323278"/>
            </a:xfrm>
            <a:prstGeom prst="ellipse">
              <a:avLst/>
            </a:prstGeom>
            <a:solidFill>
              <a:srgbClr val="F5A62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sz="1026" b="1">
                  <a:solidFill>
                    <a:srgbClr val="FFFFFF"/>
                  </a:solidFill>
                  <a:latin typeface="Hiragino Sans"/>
                </a:rPr>
                <a:t>05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683022" y="6562904"/>
              <a:ext cx="2770958" cy="323632"/>
            </a:xfrm>
            <a:prstGeom prst="rect">
              <a:avLst/>
            </a:prstGeom>
            <a:noFill/>
          </p:spPr>
          <p:txBody>
            <a:bodyPr wrap="square" lIns="46183" tIns="23091" rIns="46183" bIns="23091" anchor="t">
              <a:spAutoFit/>
            </a:bodyPr>
            <a:lstStyle/>
            <a:p>
              <a:pPr algn="l"/>
              <a:r>
                <a:rPr sz="1800" b="1" dirty="0" err="1">
                  <a:solidFill>
                    <a:srgbClr val="1B3A6B"/>
                  </a:solidFill>
                  <a:latin typeface="Hiragino Sans"/>
                </a:rPr>
                <a:t>今後の展望</a:t>
              </a:r>
              <a:endParaRPr sz="1800" b="1" dirty="0">
                <a:solidFill>
                  <a:srgbClr val="1B3A6B"/>
                </a:solidFill>
                <a:latin typeface="Hiragino Sans"/>
              </a:endParaRP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694768" y="6877408"/>
              <a:ext cx="3694610" cy="215910"/>
            </a:xfrm>
            <a:prstGeom prst="rect">
              <a:avLst/>
            </a:prstGeom>
            <a:noFill/>
          </p:spPr>
          <p:txBody>
            <a:bodyPr wrap="square" lIns="46183" tIns="23091" rIns="46183" bIns="23091" anchor="t">
              <a:spAutoFit/>
            </a:bodyPr>
            <a:lstStyle/>
            <a:p>
              <a:pPr algn="l"/>
              <a:r>
                <a:rPr sz="1100" b="1" dirty="0">
                  <a:solidFill>
                    <a:srgbClr val="F5A623"/>
                  </a:solidFill>
                  <a:latin typeface="Hiragino Sans"/>
                </a:rPr>
                <a:t>FUTURE WORK</a:t>
              </a:r>
            </a:p>
          </p:txBody>
        </p:sp>
        <p:sp>
          <p:nvSpPr>
            <p:cNvPr id="75" name="Rounded Rectangle 74"/>
            <p:cNvSpPr/>
            <p:nvPr/>
          </p:nvSpPr>
          <p:spPr>
            <a:xfrm>
              <a:off x="346370" y="7100700"/>
              <a:ext cx="6165381" cy="415644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FFD16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sz="750"/>
            </a:p>
          </p:txBody>
        </p:sp>
        <p:sp>
          <p:nvSpPr>
            <p:cNvPr id="76" name="TextBox 75"/>
            <p:cNvSpPr txBox="1"/>
            <p:nvPr/>
          </p:nvSpPr>
          <p:spPr>
            <a:xfrm>
              <a:off x="415644" y="7146884"/>
              <a:ext cx="6026833" cy="369798"/>
            </a:xfrm>
            <a:prstGeom prst="rect">
              <a:avLst/>
            </a:prstGeom>
            <a:noFill/>
          </p:spPr>
          <p:txBody>
            <a:bodyPr wrap="square" lIns="46183" tIns="23091" rIns="46183" bIns="23091" anchor="t">
              <a:spAutoFit/>
            </a:bodyPr>
            <a:lstStyle/>
            <a:p>
              <a:pPr algn="l"/>
              <a:r>
                <a:rPr sz="1050" b="1" dirty="0">
                  <a:solidFill>
                    <a:srgbClr val="1B3A6B"/>
                  </a:solidFill>
                  <a:latin typeface="Hiragino Sans"/>
                </a:rPr>
                <a:t>・</a:t>
              </a:r>
              <a:r>
                <a:rPr lang="ja-JP" altLang="en-US" sz="1050" b="1">
                  <a:solidFill>
                    <a:srgbClr val="1B3A6B"/>
                  </a:solidFill>
                  <a:latin typeface="Hiragino Sans"/>
                </a:rPr>
                <a:t>１人称視点のリアル度を向上</a:t>
              </a:r>
              <a:r>
                <a:rPr lang="en-US" altLang="ja-JP" sz="1050" b="1" dirty="0">
                  <a:solidFill>
                    <a:srgbClr val="1B3A6B"/>
                  </a:solidFill>
                  <a:latin typeface="Hiragino Sans"/>
                </a:rPr>
                <a:t>(</a:t>
              </a:r>
              <a:r>
                <a:rPr lang="ja-JP" altLang="en-US" sz="1050" b="1">
                  <a:solidFill>
                    <a:srgbClr val="1B3A6B"/>
                  </a:solidFill>
                  <a:latin typeface="Hiragino Sans"/>
                </a:rPr>
                <a:t>視点移動アニメーションなど</a:t>
              </a:r>
              <a:r>
                <a:rPr lang="en-US" altLang="ja-JP" sz="1050" b="1" dirty="0">
                  <a:solidFill>
                    <a:srgbClr val="1B3A6B"/>
                  </a:solidFill>
                  <a:latin typeface="Hiragino Sans"/>
                </a:rPr>
                <a:t>)</a:t>
              </a:r>
              <a:r>
                <a:rPr lang="en-US" sz="1050" b="1" dirty="0">
                  <a:solidFill>
                    <a:srgbClr val="1B3A6B"/>
                  </a:solidFill>
                  <a:latin typeface="Hiragino Sans"/>
                </a:rPr>
                <a:t> </a:t>
              </a:r>
            </a:p>
            <a:p>
              <a:pPr algn="l"/>
              <a:r>
                <a:rPr sz="1050" b="1" dirty="0">
                  <a:solidFill>
                    <a:srgbClr val="1B3A6B"/>
                  </a:solidFill>
                  <a:latin typeface="Hiragino Sans"/>
                </a:rPr>
                <a:t>・</a:t>
              </a:r>
              <a:r>
                <a:rPr lang="ja-JP" altLang="en-US" sz="1050" b="1">
                  <a:solidFill>
                    <a:srgbClr val="1B3A6B"/>
                  </a:solidFill>
                  <a:latin typeface="Hiragino Sans"/>
                </a:rPr>
                <a:t>難易度の異なるゲームモードの追加</a:t>
              </a:r>
              <a:endParaRPr sz="1050" b="1" dirty="0">
                <a:solidFill>
                  <a:srgbClr val="1B3A6B"/>
                </a:solidFill>
                <a:latin typeface="Hiragino Sans"/>
              </a:endParaRPr>
            </a:p>
          </p:txBody>
        </p:sp>
      </p:grpSp>
      <p:sp>
        <p:nvSpPr>
          <p:cNvPr id="83" name="TextBox 13">
            <a:extLst>
              <a:ext uri="{FF2B5EF4-FFF2-40B4-BE49-F238E27FC236}">
                <a16:creationId xmlns:a16="http://schemas.microsoft.com/office/drawing/2014/main" id="{D6469D80-D54C-4C05-DE67-89826A9A40BA}"/>
              </a:ext>
            </a:extLst>
          </p:cNvPr>
          <p:cNvSpPr txBox="1"/>
          <p:nvPr/>
        </p:nvSpPr>
        <p:spPr>
          <a:xfrm>
            <a:off x="2116485" y="2621963"/>
            <a:ext cx="1441850" cy="600631"/>
          </a:xfrm>
          <a:prstGeom prst="rect">
            <a:avLst/>
          </a:prstGeom>
          <a:noFill/>
        </p:spPr>
        <p:txBody>
          <a:bodyPr wrap="square" lIns="46183" tIns="23091" rIns="46183" bIns="23091" anchor="t">
            <a:spAutoFit/>
          </a:bodyPr>
          <a:lstStyle/>
          <a:p>
            <a:r>
              <a:rPr lang="en-US" altLang="ja-JP" sz="1200" b="1" dirty="0">
                <a:solidFill>
                  <a:srgbClr val="1B3A6B"/>
                </a:solidFill>
                <a:latin typeface="Hiragino Sans"/>
              </a:rPr>
              <a:t>②</a:t>
            </a:r>
            <a:endParaRPr sz="1200" b="1" dirty="0">
              <a:solidFill>
                <a:srgbClr val="1B3A6B"/>
              </a:solidFill>
              <a:latin typeface="Hiragino Sans"/>
            </a:endParaRPr>
          </a:p>
          <a:p>
            <a:r>
              <a:rPr lang="ja-JP" altLang="en-US" sz="1200" b="1">
                <a:solidFill>
                  <a:srgbClr val="1B3A6B"/>
                </a:solidFill>
                <a:latin typeface="Hiragino Sans"/>
              </a:rPr>
              <a:t>まだ</a:t>
            </a:r>
            <a:r>
              <a:rPr lang="en-US" altLang="ja-JP" sz="1200" b="1" dirty="0">
                <a:solidFill>
                  <a:srgbClr val="1B3A6B"/>
                </a:solidFill>
                <a:latin typeface="Hiragino Sans"/>
              </a:rPr>
              <a:t>10</a:t>
            </a:r>
            <a:r>
              <a:rPr lang="ja-JP" altLang="en-US" sz="1200" b="1">
                <a:solidFill>
                  <a:srgbClr val="1B3A6B"/>
                </a:solidFill>
                <a:latin typeface="Hiragino Sans"/>
              </a:rPr>
              <a:t>分しか</a:t>
            </a:r>
            <a:endParaRPr lang="en-US" altLang="ja-JP" sz="1200" b="1" dirty="0">
              <a:solidFill>
                <a:srgbClr val="1B3A6B"/>
              </a:solidFill>
              <a:latin typeface="Hiragino Sans"/>
            </a:endParaRPr>
          </a:p>
          <a:p>
            <a:r>
              <a:rPr lang="ja-JP" altLang="en-US" sz="1200" b="1">
                <a:solidFill>
                  <a:srgbClr val="1B3A6B"/>
                </a:solidFill>
                <a:latin typeface="Hiragino Sans"/>
              </a:rPr>
              <a:t>経ってない・・・！</a:t>
            </a:r>
            <a:endParaRPr lang="en-US" altLang="ja-JP" sz="1200" b="1" dirty="0">
              <a:solidFill>
                <a:srgbClr val="1B3A6B"/>
              </a:solidFill>
              <a:latin typeface="Hiragino Sans"/>
            </a:endParaRPr>
          </a:p>
        </p:txBody>
      </p:sp>
      <p:sp>
        <p:nvSpPr>
          <p:cNvPr id="84" name="TextBox 14">
            <a:extLst>
              <a:ext uri="{FF2B5EF4-FFF2-40B4-BE49-F238E27FC236}">
                <a16:creationId xmlns:a16="http://schemas.microsoft.com/office/drawing/2014/main" id="{68B6CCBC-220B-E90C-ED12-8D1400CBEF45}"/>
              </a:ext>
            </a:extLst>
          </p:cNvPr>
          <p:cNvSpPr txBox="1"/>
          <p:nvPr/>
        </p:nvSpPr>
        <p:spPr>
          <a:xfrm>
            <a:off x="2110332" y="3231529"/>
            <a:ext cx="1774068" cy="415965"/>
          </a:xfrm>
          <a:prstGeom prst="rect">
            <a:avLst/>
          </a:prstGeom>
          <a:noFill/>
        </p:spPr>
        <p:txBody>
          <a:bodyPr wrap="square" lIns="46183" tIns="23091" rIns="46183" bIns="23091" anchor="t">
            <a:spAutoFit/>
          </a:bodyPr>
          <a:lstStyle/>
          <a:p>
            <a:r>
              <a:rPr lang="ja-JP" altLang="en-US" sz="800">
                <a:solidFill>
                  <a:srgbClr val="555555"/>
                </a:solidFill>
                <a:latin typeface="Hiragino Sans"/>
              </a:rPr>
              <a:t>安心してもう一度</a:t>
            </a:r>
            <a:endParaRPr lang="en-US" altLang="ja-JP" sz="800" dirty="0">
              <a:solidFill>
                <a:srgbClr val="555555"/>
              </a:solidFill>
              <a:latin typeface="Hiragino Sans"/>
            </a:endParaRPr>
          </a:p>
          <a:p>
            <a:r>
              <a:rPr lang="ja-JP" altLang="en-US" sz="800">
                <a:solidFill>
                  <a:srgbClr val="555555"/>
                </a:solidFill>
                <a:latin typeface="Hiragino Sans"/>
              </a:rPr>
              <a:t>目を閉じる。</a:t>
            </a:r>
            <a:endParaRPr lang="en-US" altLang="ja-JP" sz="800" dirty="0">
              <a:solidFill>
                <a:srgbClr val="555555"/>
              </a:solidFill>
              <a:latin typeface="Hiragino Sans"/>
            </a:endParaRPr>
          </a:p>
          <a:p>
            <a:r>
              <a:rPr lang="ja-JP" altLang="en-US" sz="800">
                <a:solidFill>
                  <a:srgbClr val="555555"/>
                </a:solidFill>
                <a:latin typeface="Hiragino Sans"/>
              </a:rPr>
              <a:t>あと５分はいける・・。</a:t>
            </a:r>
            <a:endParaRPr sz="800" dirty="0">
              <a:solidFill>
                <a:srgbClr val="555555"/>
              </a:solidFill>
              <a:latin typeface="Hiragino Sans"/>
            </a:endParaRPr>
          </a:p>
        </p:txBody>
      </p:sp>
      <p:sp>
        <p:nvSpPr>
          <p:cNvPr id="85" name="TextBox 13">
            <a:extLst>
              <a:ext uri="{FF2B5EF4-FFF2-40B4-BE49-F238E27FC236}">
                <a16:creationId xmlns:a16="http://schemas.microsoft.com/office/drawing/2014/main" id="{87B24F65-BDAD-D755-2D3A-60760715002E}"/>
              </a:ext>
            </a:extLst>
          </p:cNvPr>
          <p:cNvSpPr txBox="1"/>
          <p:nvPr/>
        </p:nvSpPr>
        <p:spPr>
          <a:xfrm>
            <a:off x="3879036" y="2626771"/>
            <a:ext cx="1441850" cy="785297"/>
          </a:xfrm>
          <a:prstGeom prst="rect">
            <a:avLst/>
          </a:prstGeom>
          <a:noFill/>
        </p:spPr>
        <p:txBody>
          <a:bodyPr wrap="square" lIns="46183" tIns="23091" rIns="46183" bIns="23091" anchor="t">
            <a:spAutoFit/>
          </a:bodyPr>
          <a:lstStyle/>
          <a:p>
            <a:r>
              <a:rPr lang="en-US" sz="1200" b="1" dirty="0">
                <a:solidFill>
                  <a:srgbClr val="1B3A6B"/>
                </a:solidFill>
                <a:latin typeface="Hiragino Sans"/>
              </a:rPr>
              <a:t>③</a:t>
            </a:r>
          </a:p>
          <a:p>
            <a:r>
              <a:rPr lang="en-US" sz="1200" b="1" dirty="0">
                <a:solidFill>
                  <a:srgbClr val="1B3A6B"/>
                </a:solidFill>
                <a:latin typeface="Hiragino Sans"/>
              </a:rPr>
              <a:t>再び目を</a:t>
            </a:r>
          </a:p>
          <a:p>
            <a:r>
              <a:rPr lang="en-US" sz="1200" b="1" dirty="0">
                <a:solidFill>
                  <a:srgbClr val="1B3A6B"/>
                </a:solidFill>
                <a:latin typeface="Hiragino Sans"/>
              </a:rPr>
              <a:t>開けると・・・</a:t>
            </a:r>
          </a:p>
          <a:p>
            <a:endParaRPr sz="1200" b="1" dirty="0">
              <a:solidFill>
                <a:srgbClr val="1B3A6B"/>
              </a:solidFill>
              <a:latin typeface="Hiragino Sans"/>
            </a:endParaRPr>
          </a:p>
        </p:txBody>
      </p:sp>
      <p:sp>
        <p:nvSpPr>
          <p:cNvPr id="86" name="TextBox 14">
            <a:extLst>
              <a:ext uri="{FF2B5EF4-FFF2-40B4-BE49-F238E27FC236}">
                <a16:creationId xmlns:a16="http://schemas.microsoft.com/office/drawing/2014/main" id="{3A4C3187-EA36-2AF4-CA58-DEEFE6FD69CD}"/>
              </a:ext>
            </a:extLst>
          </p:cNvPr>
          <p:cNvSpPr txBox="1"/>
          <p:nvPr/>
        </p:nvSpPr>
        <p:spPr>
          <a:xfrm>
            <a:off x="3879036" y="3257407"/>
            <a:ext cx="1774068" cy="323632"/>
          </a:xfrm>
          <a:prstGeom prst="rect">
            <a:avLst/>
          </a:prstGeom>
          <a:noFill/>
        </p:spPr>
        <p:txBody>
          <a:bodyPr wrap="square" lIns="46183" tIns="23091" rIns="46183" bIns="23091" anchor="t">
            <a:spAutoFit/>
          </a:bodyPr>
          <a:lstStyle/>
          <a:p>
            <a:r>
              <a:rPr lang="ja-JP" altLang="en-US" sz="900">
                <a:solidFill>
                  <a:srgbClr val="555555"/>
                </a:solidFill>
                <a:latin typeface="Hiragino Sans"/>
              </a:rPr>
              <a:t>ちょっと寝過ぎたかな？</a:t>
            </a:r>
            <a:endParaRPr lang="en-US" altLang="ja-JP" sz="900" dirty="0">
              <a:solidFill>
                <a:srgbClr val="555555"/>
              </a:solidFill>
              <a:latin typeface="Hiragino Sans"/>
            </a:endParaRPr>
          </a:p>
          <a:p>
            <a:r>
              <a:rPr lang="ja-JP" altLang="en-US" sz="900">
                <a:solidFill>
                  <a:srgbClr val="555555"/>
                </a:solidFill>
                <a:latin typeface="Hiragino Sans"/>
              </a:rPr>
              <a:t>とりあえず時計を見るか・・・</a:t>
            </a:r>
            <a:endParaRPr sz="900" dirty="0">
              <a:solidFill>
                <a:srgbClr val="555555"/>
              </a:solidFill>
              <a:latin typeface="Hiragino Sans"/>
            </a:endParaRPr>
          </a:p>
        </p:txBody>
      </p:sp>
      <p:sp>
        <p:nvSpPr>
          <p:cNvPr id="87" name="TextBox 32">
            <a:extLst>
              <a:ext uri="{FF2B5EF4-FFF2-40B4-BE49-F238E27FC236}">
                <a16:creationId xmlns:a16="http://schemas.microsoft.com/office/drawing/2014/main" id="{F788636E-4524-2D6B-5DE5-4569997BDE37}"/>
              </a:ext>
            </a:extLst>
          </p:cNvPr>
          <p:cNvSpPr txBox="1"/>
          <p:nvPr/>
        </p:nvSpPr>
        <p:spPr>
          <a:xfrm>
            <a:off x="2043262" y="4678194"/>
            <a:ext cx="1562103" cy="400576"/>
          </a:xfrm>
          <a:prstGeom prst="rect">
            <a:avLst/>
          </a:prstGeom>
          <a:noFill/>
        </p:spPr>
        <p:txBody>
          <a:bodyPr wrap="square" lIns="46183" tIns="23091" rIns="46183" bIns="23091" anchor="t">
            <a:spAutoFit/>
          </a:bodyPr>
          <a:lstStyle/>
          <a:p>
            <a:pPr algn="l"/>
            <a:r>
              <a:rPr sz="1200" b="1" dirty="0">
                <a:solidFill>
                  <a:srgbClr val="1B3A6B"/>
                </a:solidFill>
                <a:latin typeface="Hiragino Sans"/>
              </a:rPr>
              <a:t>1.</a:t>
            </a:r>
            <a:r>
              <a:rPr lang="ja-JP" altLang="en-US" sz="1200" b="1">
                <a:solidFill>
                  <a:srgbClr val="1B3A6B"/>
                </a:solidFill>
                <a:latin typeface="Hiragino Sans"/>
              </a:rPr>
              <a:t>　</a:t>
            </a:r>
            <a:r>
              <a:rPr lang="en-US" altLang="ja-JP" sz="1200" b="1" dirty="0">
                <a:solidFill>
                  <a:srgbClr val="1B3A6B"/>
                </a:solidFill>
                <a:latin typeface="Hiragino Sans"/>
              </a:rPr>
              <a:t> </a:t>
            </a:r>
            <a:r>
              <a:rPr lang="ja-JP" altLang="en-US" sz="1200" b="1">
                <a:solidFill>
                  <a:srgbClr val="1B3A6B"/>
                </a:solidFill>
                <a:latin typeface="Hiragino Sans"/>
              </a:rPr>
              <a:t>目を閉じて</a:t>
            </a:r>
            <a:endParaRPr lang="en-US" altLang="ja-JP" sz="1100" b="1" dirty="0">
              <a:solidFill>
                <a:srgbClr val="1B3A6B"/>
              </a:solidFill>
              <a:latin typeface="Hiragino Sans"/>
            </a:endParaRPr>
          </a:p>
          <a:p>
            <a:pPr algn="l"/>
            <a:r>
              <a:rPr lang="ja-JP" altLang="en-US" sz="1100" b="1">
                <a:solidFill>
                  <a:srgbClr val="1B3A6B"/>
                </a:solidFill>
                <a:latin typeface="Hiragino Sans"/>
              </a:rPr>
              <a:t>　　　</a:t>
            </a:r>
            <a:r>
              <a:rPr lang="en-US" sz="1100" b="1" dirty="0">
                <a:solidFill>
                  <a:srgbClr val="1B3A6B"/>
                </a:solidFill>
                <a:latin typeface="Hiragino Sans"/>
              </a:rPr>
              <a:t>適当に開ける</a:t>
            </a:r>
            <a:endParaRPr sz="1100" b="1" dirty="0">
              <a:solidFill>
                <a:srgbClr val="1B3A6B"/>
              </a:solidFill>
              <a:latin typeface="Hiragino Sans"/>
            </a:endParaRPr>
          </a:p>
        </p:txBody>
      </p:sp>
      <p:sp>
        <p:nvSpPr>
          <p:cNvPr id="89" name="TextBox 33">
            <a:extLst>
              <a:ext uri="{FF2B5EF4-FFF2-40B4-BE49-F238E27FC236}">
                <a16:creationId xmlns:a16="http://schemas.microsoft.com/office/drawing/2014/main" id="{1C7A4133-60D3-33C6-BFB2-DB239DDF98A9}"/>
              </a:ext>
            </a:extLst>
          </p:cNvPr>
          <p:cNvSpPr txBox="1"/>
          <p:nvPr/>
        </p:nvSpPr>
        <p:spPr>
          <a:xfrm>
            <a:off x="2239947" y="5080083"/>
            <a:ext cx="1562103" cy="415965"/>
          </a:xfrm>
          <a:prstGeom prst="rect">
            <a:avLst/>
          </a:prstGeom>
          <a:noFill/>
        </p:spPr>
        <p:txBody>
          <a:bodyPr wrap="square" lIns="46183" tIns="23091" rIns="46183" bIns="23091" anchor="t">
            <a:spAutoFit/>
          </a:bodyPr>
          <a:lstStyle/>
          <a:p>
            <a:pPr algn="l"/>
            <a:r>
              <a:rPr lang="ja-JP" altLang="en-US" sz="800">
                <a:solidFill>
                  <a:srgbClr val="555555"/>
                </a:solidFill>
                <a:latin typeface="Hiragino Sans"/>
              </a:rPr>
              <a:t>時間経過は完全に</a:t>
            </a:r>
            <a:endParaRPr lang="en-US" altLang="ja-JP" sz="800" dirty="0">
              <a:solidFill>
                <a:srgbClr val="555555"/>
              </a:solidFill>
              <a:latin typeface="Hiragino Sans"/>
            </a:endParaRPr>
          </a:p>
          <a:p>
            <a:pPr algn="l"/>
            <a:r>
              <a:rPr lang="ja-JP" altLang="en-US" sz="800">
                <a:solidFill>
                  <a:srgbClr val="555555"/>
                </a:solidFill>
                <a:latin typeface="Hiragino Sans"/>
              </a:rPr>
              <a:t>あなたの体内時計。</a:t>
            </a:r>
            <a:endParaRPr lang="en-US" altLang="ja-JP" sz="800" dirty="0">
              <a:solidFill>
                <a:srgbClr val="555555"/>
              </a:solidFill>
              <a:latin typeface="Hiragino Sans"/>
            </a:endParaRPr>
          </a:p>
          <a:p>
            <a:pPr algn="l"/>
            <a:r>
              <a:rPr lang="ja-JP" altLang="en-US" sz="800">
                <a:solidFill>
                  <a:srgbClr val="555555"/>
                </a:solidFill>
                <a:latin typeface="Hiragino Sans"/>
              </a:rPr>
              <a:t>正解は誰も知らない。</a:t>
            </a:r>
            <a:endParaRPr sz="800" dirty="0">
              <a:solidFill>
                <a:srgbClr val="555555"/>
              </a:solidFill>
              <a:latin typeface="Hiragino Sans"/>
            </a:endParaRPr>
          </a:p>
        </p:txBody>
      </p:sp>
      <p:sp>
        <p:nvSpPr>
          <p:cNvPr id="90" name="TextBox 32">
            <a:extLst>
              <a:ext uri="{FF2B5EF4-FFF2-40B4-BE49-F238E27FC236}">
                <a16:creationId xmlns:a16="http://schemas.microsoft.com/office/drawing/2014/main" id="{616BFC7F-94CF-4227-DBFC-EB6C05DC83C2}"/>
              </a:ext>
            </a:extLst>
          </p:cNvPr>
          <p:cNvSpPr txBox="1"/>
          <p:nvPr/>
        </p:nvSpPr>
        <p:spPr>
          <a:xfrm>
            <a:off x="3616925" y="4669062"/>
            <a:ext cx="1562103" cy="415965"/>
          </a:xfrm>
          <a:prstGeom prst="rect">
            <a:avLst/>
          </a:prstGeom>
          <a:noFill/>
        </p:spPr>
        <p:txBody>
          <a:bodyPr wrap="square" lIns="46183" tIns="23091" rIns="46183" bIns="23091" anchor="t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Hiragino Sans"/>
              </a:rPr>
              <a:t>3</a:t>
            </a:r>
            <a:r>
              <a:rPr sz="1200" b="1" dirty="0">
                <a:solidFill>
                  <a:schemeClr val="bg1"/>
                </a:solidFill>
                <a:latin typeface="Hiragino Sans"/>
              </a:rPr>
              <a:t>.</a:t>
            </a:r>
            <a:r>
              <a:rPr lang="ja-JP" altLang="en-US" sz="1200" b="1">
                <a:solidFill>
                  <a:schemeClr val="bg1"/>
                </a:solidFill>
                <a:latin typeface="Hiragino Sans"/>
              </a:rPr>
              <a:t>　</a:t>
            </a:r>
            <a:r>
              <a:rPr lang="en-US" altLang="ja-JP" sz="1200" b="1" dirty="0">
                <a:solidFill>
                  <a:schemeClr val="bg1"/>
                </a:solidFill>
                <a:latin typeface="Hiragino Sans"/>
              </a:rPr>
              <a:t>   </a:t>
            </a:r>
            <a:r>
              <a:rPr lang="ja-JP" altLang="en-US" sz="1200" b="1">
                <a:solidFill>
                  <a:schemeClr val="bg1"/>
                </a:solidFill>
                <a:latin typeface="Hiragino Sans"/>
              </a:rPr>
              <a:t>二度寝</a:t>
            </a:r>
            <a:r>
              <a:rPr lang="en-US" altLang="ja-JP" sz="1200" b="1" dirty="0">
                <a:solidFill>
                  <a:schemeClr val="bg1"/>
                </a:solidFill>
                <a:latin typeface="Hiragino Sans"/>
              </a:rPr>
              <a:t> or </a:t>
            </a:r>
            <a:endParaRPr lang="en-US" altLang="ja-JP" sz="1100" b="1" dirty="0">
              <a:solidFill>
                <a:schemeClr val="bg1"/>
              </a:solidFill>
              <a:latin typeface="Hiragino Sans"/>
            </a:endParaRPr>
          </a:p>
          <a:p>
            <a:pPr algn="ctr"/>
            <a:r>
              <a:rPr lang="ja-JP" altLang="en-US" sz="1100" b="1">
                <a:solidFill>
                  <a:schemeClr val="bg1"/>
                </a:solidFill>
                <a:latin typeface="Hiragino Sans"/>
              </a:rPr>
              <a:t>起床を選択</a:t>
            </a:r>
            <a:endParaRPr lang="en-US" altLang="ja-JP" sz="1200" b="1" dirty="0">
              <a:solidFill>
                <a:schemeClr val="bg1"/>
              </a:solidFill>
              <a:latin typeface="Hiragino Sans"/>
            </a:endParaRPr>
          </a:p>
        </p:txBody>
      </p:sp>
      <p:sp>
        <p:nvSpPr>
          <p:cNvPr id="91" name="TextBox 33">
            <a:extLst>
              <a:ext uri="{FF2B5EF4-FFF2-40B4-BE49-F238E27FC236}">
                <a16:creationId xmlns:a16="http://schemas.microsoft.com/office/drawing/2014/main" id="{57B5419C-D4F6-04D8-7A29-FFB811735B16}"/>
              </a:ext>
            </a:extLst>
          </p:cNvPr>
          <p:cNvSpPr txBox="1"/>
          <p:nvPr/>
        </p:nvSpPr>
        <p:spPr>
          <a:xfrm>
            <a:off x="3859465" y="5077359"/>
            <a:ext cx="1562103" cy="415965"/>
          </a:xfrm>
          <a:prstGeom prst="rect">
            <a:avLst/>
          </a:prstGeom>
          <a:noFill/>
        </p:spPr>
        <p:txBody>
          <a:bodyPr wrap="square" lIns="46183" tIns="23091" rIns="46183" bIns="23091" anchor="t">
            <a:spAutoFit/>
          </a:bodyPr>
          <a:lstStyle/>
          <a:p>
            <a:pPr algn="l"/>
            <a:r>
              <a:rPr lang="ja-JP" altLang="en-US" sz="800">
                <a:solidFill>
                  <a:srgbClr val="555555"/>
                </a:solidFill>
                <a:latin typeface="Hiragino Sans"/>
              </a:rPr>
              <a:t>余裕なら二度寝、</a:t>
            </a:r>
            <a:endParaRPr lang="en-US" altLang="ja-JP" sz="800" dirty="0">
              <a:solidFill>
                <a:srgbClr val="555555"/>
              </a:solidFill>
              <a:latin typeface="Hiragino Sans"/>
            </a:endParaRPr>
          </a:p>
          <a:p>
            <a:pPr algn="l"/>
            <a:r>
              <a:rPr lang="ja-JP" altLang="en-US" sz="800">
                <a:solidFill>
                  <a:srgbClr val="555555"/>
                </a:solidFill>
                <a:latin typeface="Hiragino Sans"/>
              </a:rPr>
              <a:t>ヤバいと思ったら起床。</a:t>
            </a:r>
            <a:endParaRPr lang="en-US" altLang="ja-JP" sz="800" dirty="0">
              <a:solidFill>
                <a:srgbClr val="555555"/>
              </a:solidFill>
              <a:latin typeface="Hiragino Sans"/>
            </a:endParaRPr>
          </a:p>
          <a:p>
            <a:pPr algn="l"/>
            <a:r>
              <a:rPr lang="ja-JP" altLang="en-US" sz="800">
                <a:solidFill>
                  <a:srgbClr val="555555"/>
                </a:solidFill>
                <a:latin typeface="Hiragino Sans"/>
              </a:rPr>
              <a:t>その判断こそが本質。</a:t>
            </a:r>
            <a:endParaRPr sz="800" dirty="0">
              <a:solidFill>
                <a:srgbClr val="555555"/>
              </a:solidFill>
              <a:latin typeface="Hiragino Sans"/>
            </a:endParaRPr>
          </a:p>
        </p:txBody>
      </p:sp>
      <p:sp>
        <p:nvSpPr>
          <p:cNvPr id="92" name="TextBox 32">
            <a:extLst>
              <a:ext uri="{FF2B5EF4-FFF2-40B4-BE49-F238E27FC236}">
                <a16:creationId xmlns:a16="http://schemas.microsoft.com/office/drawing/2014/main" id="{A2131F6B-0F72-6474-B4D5-657974479F5D}"/>
              </a:ext>
            </a:extLst>
          </p:cNvPr>
          <p:cNvSpPr txBox="1"/>
          <p:nvPr/>
        </p:nvSpPr>
        <p:spPr>
          <a:xfrm>
            <a:off x="5324547" y="4638465"/>
            <a:ext cx="1562103" cy="415965"/>
          </a:xfrm>
          <a:prstGeom prst="rect">
            <a:avLst/>
          </a:prstGeom>
          <a:noFill/>
        </p:spPr>
        <p:txBody>
          <a:bodyPr wrap="square" lIns="46183" tIns="23091" rIns="46183" bIns="23091" anchor="t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  <a:latin typeface="Hiragino Sans"/>
              </a:rPr>
              <a:t>4</a:t>
            </a:r>
            <a:r>
              <a:rPr sz="1200" b="1" dirty="0">
                <a:solidFill>
                  <a:schemeClr val="bg1"/>
                </a:solidFill>
                <a:latin typeface="Hiragino Sans"/>
              </a:rPr>
              <a:t>.</a:t>
            </a:r>
            <a:r>
              <a:rPr lang="ja-JP" altLang="en-US" sz="1200" b="1">
                <a:solidFill>
                  <a:schemeClr val="bg1"/>
                </a:solidFill>
                <a:latin typeface="Hiragino Sans"/>
              </a:rPr>
              <a:t>　</a:t>
            </a:r>
            <a:r>
              <a:rPr lang="en-US" altLang="ja-JP" sz="1200" b="1" dirty="0">
                <a:solidFill>
                  <a:schemeClr val="bg1"/>
                </a:solidFill>
                <a:latin typeface="Hiragino Sans"/>
              </a:rPr>
              <a:t>  </a:t>
            </a:r>
            <a:r>
              <a:rPr lang="ja-JP" altLang="en-US" sz="1200" b="1">
                <a:solidFill>
                  <a:schemeClr val="bg1"/>
                </a:solidFill>
                <a:latin typeface="Hiragino Sans"/>
              </a:rPr>
              <a:t>ランキング</a:t>
            </a:r>
            <a:endParaRPr lang="en-US" altLang="ja-JP" sz="1200" b="1" dirty="0">
              <a:solidFill>
                <a:schemeClr val="bg1"/>
              </a:solidFill>
              <a:latin typeface="Hiragino Sans"/>
            </a:endParaRPr>
          </a:p>
          <a:p>
            <a:r>
              <a:rPr lang="en-US" altLang="ja-JP" sz="1200" b="1" dirty="0">
                <a:solidFill>
                  <a:schemeClr val="bg1"/>
                </a:solidFill>
                <a:latin typeface="Hiragino Sans"/>
              </a:rPr>
              <a:t>         </a:t>
            </a:r>
            <a:r>
              <a:rPr lang="ja-JP" altLang="en-US" sz="1200" b="1">
                <a:solidFill>
                  <a:schemeClr val="bg1"/>
                </a:solidFill>
                <a:latin typeface="Hiragino Sans"/>
              </a:rPr>
              <a:t>に登録</a:t>
            </a:r>
            <a:endParaRPr lang="en-US" altLang="ja-JP" sz="1200" b="1" dirty="0">
              <a:solidFill>
                <a:schemeClr val="bg1"/>
              </a:solidFill>
              <a:latin typeface="Hiragino Sans"/>
            </a:endParaRPr>
          </a:p>
        </p:txBody>
      </p:sp>
      <p:sp>
        <p:nvSpPr>
          <p:cNvPr id="94" name="TextBox 33">
            <a:extLst>
              <a:ext uri="{FF2B5EF4-FFF2-40B4-BE49-F238E27FC236}">
                <a16:creationId xmlns:a16="http://schemas.microsoft.com/office/drawing/2014/main" id="{13B86399-21FC-C5C8-1865-E9DE8628890B}"/>
              </a:ext>
            </a:extLst>
          </p:cNvPr>
          <p:cNvSpPr txBox="1"/>
          <p:nvPr/>
        </p:nvSpPr>
        <p:spPr>
          <a:xfrm>
            <a:off x="5498071" y="5080083"/>
            <a:ext cx="1562103" cy="415965"/>
          </a:xfrm>
          <a:prstGeom prst="rect">
            <a:avLst/>
          </a:prstGeom>
          <a:noFill/>
        </p:spPr>
        <p:txBody>
          <a:bodyPr wrap="square" lIns="46183" tIns="23091" rIns="46183" bIns="23091" anchor="t">
            <a:spAutoFit/>
          </a:bodyPr>
          <a:lstStyle/>
          <a:p>
            <a:pPr algn="l"/>
            <a:r>
              <a:rPr lang="en-US" sz="800" dirty="0">
                <a:solidFill>
                  <a:srgbClr val="FFC000"/>
                </a:solidFill>
                <a:latin typeface="Hiragino Sans"/>
              </a:rPr>
              <a:t>ギリギリまで寝た</a:t>
            </a:r>
          </a:p>
          <a:p>
            <a:pPr algn="l"/>
            <a:r>
              <a:rPr lang="en-US" sz="800" dirty="0">
                <a:solidFill>
                  <a:srgbClr val="FFC000"/>
                </a:solidFill>
                <a:latin typeface="Hiragino Sans"/>
              </a:rPr>
              <a:t>強者の記録を残せる。</a:t>
            </a:r>
          </a:p>
          <a:p>
            <a:pPr algn="l"/>
            <a:r>
              <a:rPr lang="en-US" sz="800" dirty="0">
                <a:solidFill>
                  <a:srgbClr val="FFC000"/>
                </a:solidFill>
                <a:latin typeface="Hiragino Sans"/>
              </a:rPr>
              <a:t>目指せ二度寝王。</a:t>
            </a:r>
            <a:endParaRPr sz="800" dirty="0">
              <a:solidFill>
                <a:srgbClr val="FFC000"/>
              </a:solidFill>
              <a:latin typeface="Hiragino Sans"/>
            </a:endParaRPr>
          </a:p>
        </p:txBody>
      </p:sp>
      <p:sp>
        <p:nvSpPr>
          <p:cNvPr id="95" name="TextBox 49">
            <a:extLst>
              <a:ext uri="{FF2B5EF4-FFF2-40B4-BE49-F238E27FC236}">
                <a16:creationId xmlns:a16="http://schemas.microsoft.com/office/drawing/2014/main" id="{199E42E1-CB7B-635B-38D6-D2B4D172F224}"/>
              </a:ext>
            </a:extLst>
          </p:cNvPr>
          <p:cNvSpPr txBox="1"/>
          <p:nvPr/>
        </p:nvSpPr>
        <p:spPr>
          <a:xfrm>
            <a:off x="3914979" y="6511618"/>
            <a:ext cx="3795924" cy="208216"/>
          </a:xfrm>
          <a:prstGeom prst="rect">
            <a:avLst/>
          </a:prstGeom>
          <a:noFill/>
        </p:spPr>
        <p:txBody>
          <a:bodyPr wrap="square" lIns="46183" tIns="23091" rIns="46183" bIns="23091" anchor="t">
            <a:spAutoFit/>
          </a:bodyPr>
          <a:lstStyle/>
          <a:p>
            <a:pPr algn="l"/>
            <a:r>
              <a:rPr lang="en-US" sz="1050" b="1" dirty="0">
                <a:solidFill>
                  <a:srgbClr val="F5A623"/>
                </a:solidFill>
                <a:latin typeface="Hiragino Sans"/>
              </a:rPr>
              <a:t>DEMO – </a:t>
            </a:r>
            <a:r>
              <a:rPr lang="en-US" sz="1050" b="1" dirty="0" err="1">
                <a:solidFill>
                  <a:srgbClr val="F5A623"/>
                </a:solidFill>
                <a:latin typeface="Hiragino Sans"/>
              </a:rPr>
              <a:t>寝る</a:t>
            </a:r>
            <a:r>
              <a:rPr lang="en-US" sz="1050" b="1" dirty="0">
                <a:solidFill>
                  <a:srgbClr val="F5A623"/>
                </a:solidFill>
                <a:latin typeface="Hiragino Sans"/>
              </a:rPr>
              <a:t> ⇄ </a:t>
            </a:r>
            <a:r>
              <a:rPr lang="en-US" sz="1050" b="1" dirty="0" err="1">
                <a:solidFill>
                  <a:srgbClr val="F5A623"/>
                </a:solidFill>
                <a:latin typeface="Hiragino Sans"/>
              </a:rPr>
              <a:t>起きる</a:t>
            </a:r>
            <a:endParaRPr sz="1050" b="1" dirty="0">
              <a:solidFill>
                <a:srgbClr val="F5A623"/>
              </a:solidFill>
              <a:latin typeface="Hiragino Sans"/>
            </a:endParaRPr>
          </a:p>
        </p:txBody>
      </p:sp>
      <p:pic>
        <p:nvPicPr>
          <p:cNvPr id="97" name="図 96">
            <a:extLst>
              <a:ext uri="{FF2B5EF4-FFF2-40B4-BE49-F238E27FC236}">
                <a16:creationId xmlns:a16="http://schemas.microsoft.com/office/drawing/2014/main" id="{82D70EBE-8CE4-1899-6EA8-D27AE72DB5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7771" y="6759473"/>
            <a:ext cx="1538823" cy="1621451"/>
          </a:xfrm>
          <a:prstGeom prst="roundRect">
            <a:avLst/>
          </a:prstGeom>
        </p:spPr>
      </p:pic>
      <p:pic>
        <p:nvPicPr>
          <p:cNvPr id="98" name="図 97">
            <a:extLst>
              <a:ext uri="{FF2B5EF4-FFF2-40B4-BE49-F238E27FC236}">
                <a16:creationId xmlns:a16="http://schemas.microsoft.com/office/drawing/2014/main" id="{9E29DCE3-C48E-CA0F-CC27-9A1B55BA426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1494"/>
          <a:stretch>
            <a:fillRect/>
          </a:stretch>
        </p:blipFill>
        <p:spPr>
          <a:xfrm>
            <a:off x="5249402" y="6759245"/>
            <a:ext cx="1595988" cy="1565408"/>
          </a:xfrm>
          <a:prstGeom prst="roundRect">
            <a:avLst/>
          </a:prstGeom>
        </p:spPr>
      </p:pic>
      <p:sp>
        <p:nvSpPr>
          <p:cNvPr id="2" name="TextBox 8">
            <a:extLst>
              <a:ext uri="{FF2B5EF4-FFF2-40B4-BE49-F238E27FC236}">
                <a16:creationId xmlns:a16="http://schemas.microsoft.com/office/drawing/2014/main" id="{6BC5E3CA-19C4-FD21-CC1C-89E0915441E1}"/>
              </a:ext>
            </a:extLst>
          </p:cNvPr>
          <p:cNvSpPr txBox="1"/>
          <p:nvPr/>
        </p:nvSpPr>
        <p:spPr>
          <a:xfrm>
            <a:off x="283564" y="9560304"/>
            <a:ext cx="6389104" cy="215910"/>
          </a:xfrm>
          <a:prstGeom prst="rect">
            <a:avLst/>
          </a:prstGeom>
          <a:noFill/>
        </p:spPr>
        <p:txBody>
          <a:bodyPr wrap="square" lIns="46183" tIns="23091" rIns="46183" bIns="23091" anchor="t">
            <a:spAutoFit/>
          </a:bodyPr>
          <a:lstStyle/>
          <a:p>
            <a:pPr algn="l"/>
            <a:r>
              <a:rPr lang="ja-JP" altLang="en-US" sz="1100" b="1">
                <a:solidFill>
                  <a:srgbClr val="1B3A6B"/>
                </a:solidFill>
                <a:latin typeface="Hiragino Sans"/>
              </a:rPr>
              <a:t>九州大学・大学院システム情報科学研究院・人間情報システム研究グループ</a:t>
            </a:r>
            <a:r>
              <a:rPr lang="en-US" altLang="ja-JP" sz="1100" b="1" dirty="0">
                <a:solidFill>
                  <a:srgbClr val="1B3A6B"/>
                </a:solidFill>
                <a:latin typeface="Hiragino Sans"/>
              </a:rPr>
              <a:t> (</a:t>
            </a:r>
            <a:r>
              <a:rPr lang="ja-JP" altLang="en-US" sz="1100" b="1">
                <a:solidFill>
                  <a:srgbClr val="1B3A6B"/>
                </a:solidFill>
                <a:latin typeface="Hiragino Sans"/>
              </a:rPr>
              <a:t>荒川・峯・福嶋研究室</a:t>
            </a:r>
            <a:r>
              <a:rPr lang="en-US" altLang="ja-JP" sz="1100" b="1" dirty="0">
                <a:solidFill>
                  <a:srgbClr val="1B3A6B"/>
                </a:solidFill>
                <a:latin typeface="Hiragino Sans"/>
              </a:rPr>
              <a:t>)</a:t>
            </a:r>
            <a:endParaRPr lang="ja-JP" altLang="en-US" sz="1100" b="1" dirty="0">
              <a:solidFill>
                <a:srgbClr val="1B3A6B"/>
              </a:solidFill>
              <a:latin typeface="Hiragino Sans"/>
            </a:endParaRPr>
          </a:p>
        </p:txBody>
      </p:sp>
      <p:pic>
        <p:nvPicPr>
          <p:cNvPr id="18" name="Google Shape;89;p16">
            <a:extLst>
              <a:ext uri="{FF2B5EF4-FFF2-40B4-BE49-F238E27FC236}">
                <a16:creationId xmlns:a16="http://schemas.microsoft.com/office/drawing/2014/main" id="{3E61B9DB-A57D-5A41-B627-ACB78741DF0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70374" y="399594"/>
            <a:ext cx="643626" cy="657931"/>
          </a:xfrm>
          <a:prstGeom prst="ellipse">
            <a:avLst/>
          </a:prstGeom>
          <a:solidFill>
            <a:srgbClr val="1B3A6B"/>
          </a:solidFill>
          <a:ln>
            <a:solidFill>
              <a:schemeClr val="accent1"/>
            </a:solidFill>
          </a:ln>
        </p:spPr>
      </p:pic>
      <p:sp>
        <p:nvSpPr>
          <p:cNvPr id="19" name="Oval 6">
            <a:extLst>
              <a:ext uri="{FF2B5EF4-FFF2-40B4-BE49-F238E27FC236}">
                <a16:creationId xmlns:a16="http://schemas.microsoft.com/office/drawing/2014/main" id="{7091139B-9A66-6994-183F-8EEB5FD28328}"/>
              </a:ext>
            </a:extLst>
          </p:cNvPr>
          <p:cNvSpPr/>
          <p:nvPr/>
        </p:nvSpPr>
        <p:spPr>
          <a:xfrm>
            <a:off x="-1044737" y="1438887"/>
            <a:ext cx="600374" cy="600374"/>
          </a:xfrm>
          <a:prstGeom prst="ellipse">
            <a:avLst/>
          </a:prstGeom>
          <a:solidFill>
            <a:srgbClr val="FFD166"/>
          </a:solidFill>
          <a:ln w="25400">
            <a:solidFill>
              <a:srgbClr val="1B3A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70" b="1" dirty="0">
              <a:solidFill>
                <a:srgbClr val="1B3A6B"/>
              </a:solidFill>
              <a:latin typeface="Hiragino Sans"/>
            </a:endParaRPr>
          </a:p>
        </p:txBody>
      </p:sp>
      <p:sp>
        <p:nvSpPr>
          <p:cNvPr id="22" name="Rounded Rectangle 2">
            <a:extLst>
              <a:ext uri="{FF2B5EF4-FFF2-40B4-BE49-F238E27FC236}">
                <a16:creationId xmlns:a16="http://schemas.microsoft.com/office/drawing/2014/main" id="{EC5A9A4B-D8EA-BBBD-AB9B-02F239E9302A}"/>
              </a:ext>
            </a:extLst>
          </p:cNvPr>
          <p:cNvSpPr/>
          <p:nvPr/>
        </p:nvSpPr>
        <p:spPr>
          <a:xfrm>
            <a:off x="-1367995" y="2496585"/>
            <a:ext cx="1246889" cy="1045668"/>
          </a:xfrm>
          <a:prstGeom prst="roundRect">
            <a:avLst/>
          </a:prstGeom>
          <a:solidFill>
            <a:srgbClr val="1B3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750"/>
          </a:p>
        </p:txBody>
      </p:sp>
      <p:sp>
        <p:nvSpPr>
          <p:cNvPr id="23" name="TextBox 8">
            <a:extLst>
              <a:ext uri="{FF2B5EF4-FFF2-40B4-BE49-F238E27FC236}">
                <a16:creationId xmlns:a16="http://schemas.microsoft.com/office/drawing/2014/main" id="{51053DBC-785B-56AB-BA4F-EBC050DBC8E3}"/>
              </a:ext>
            </a:extLst>
          </p:cNvPr>
          <p:cNvSpPr txBox="1"/>
          <p:nvPr/>
        </p:nvSpPr>
        <p:spPr>
          <a:xfrm>
            <a:off x="3086316" y="1493056"/>
            <a:ext cx="741103" cy="231299"/>
          </a:xfrm>
          <a:prstGeom prst="rect">
            <a:avLst/>
          </a:prstGeom>
          <a:noFill/>
        </p:spPr>
        <p:txBody>
          <a:bodyPr wrap="square" lIns="46183" tIns="23091" rIns="46183" bIns="23091" anchor="t">
            <a:spAutoFit/>
          </a:bodyPr>
          <a:lstStyle/>
          <a:p>
            <a:pPr algn="l"/>
            <a:r>
              <a:rPr lang="ja-JP" altLang="en-US" sz="1200" b="1">
                <a:solidFill>
                  <a:srgbClr val="1B3A6B"/>
                </a:solidFill>
                <a:latin typeface="Hiragino Sans"/>
              </a:rPr>
              <a:t>高森紳二</a:t>
            </a:r>
            <a:endParaRPr lang="ja-JP" altLang="en-US" sz="1200" b="1" dirty="0">
              <a:solidFill>
                <a:srgbClr val="1B3A6B"/>
              </a:solidFill>
              <a:latin typeface="Hiragino Sans"/>
            </a:endParaRP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9A1900FF-4569-1543-B200-7A0A40B8FF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4203" y="6820210"/>
            <a:ext cx="449711" cy="400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Supabase Icon &amp; Logo | Dashboard Icons &amp; Logos">
            <a:extLst>
              <a:ext uri="{FF2B5EF4-FFF2-40B4-BE49-F238E27FC236}">
                <a16:creationId xmlns:a16="http://schemas.microsoft.com/office/drawing/2014/main" id="{33DAFC53-0363-91D3-E5A5-56C3017059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/>
          <a:srcRect/>
          <a:stretch/>
        </p:blipFill>
        <p:spPr bwMode="auto">
          <a:xfrm>
            <a:off x="1866751" y="7316017"/>
            <a:ext cx="487163" cy="487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Cssの無料アイコンを PNG・SVG 形式でダウンロード | Magnific">
            <a:extLst>
              <a:ext uri="{FF2B5EF4-FFF2-40B4-BE49-F238E27FC236}">
                <a16:creationId xmlns:a16="http://schemas.microsoft.com/office/drawing/2014/main" id="{DF4431C6-D4E5-A403-60DE-410B57682E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6750" y="7893760"/>
            <a:ext cx="487164" cy="4871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Vite アイコン、ロゴ、シンボル – 無料ダウンロード PNG、SVG">
            <a:extLst>
              <a:ext uri="{FF2B5EF4-FFF2-40B4-BE49-F238E27FC236}">
                <a16:creationId xmlns:a16="http://schemas.microsoft.com/office/drawing/2014/main" id="{EB8F207F-C79E-EEE9-9AFE-B04CA9EC19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/>
          <a:srcRect/>
          <a:stretch/>
        </p:blipFill>
        <p:spPr bwMode="auto">
          <a:xfrm>
            <a:off x="2367515" y="6731699"/>
            <a:ext cx="538413" cy="538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ストップウォッチの無料アイコン | アイコン素材ダウンロード ...">
            <a:extLst>
              <a:ext uri="{FF2B5EF4-FFF2-40B4-BE49-F238E27FC236}">
                <a16:creationId xmlns:a16="http://schemas.microsoft.com/office/drawing/2014/main" id="{517AC846-B68B-0D06-CF50-1DB056A6DC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/>
          <a:srcRect/>
          <a:stretch/>
        </p:blipFill>
        <p:spPr bwMode="auto">
          <a:xfrm>
            <a:off x="4377447" y="5663248"/>
            <a:ext cx="339985" cy="339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321</Words>
  <Application>Microsoft Macintosh PowerPoint</Application>
  <PresentationFormat>A4 210 x 297 mm</PresentationFormat>
  <Paragraphs>78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Hiragino Maru Gothic Pro W4</vt:lpstr>
      <vt:lpstr>Hiragino Sans</vt:lpstr>
      <vt:lpstr>游ゴシック</vt:lpstr>
      <vt:lpstr>Arial</vt:lpstr>
      <vt:lpstr>Calibri</vt:lpstr>
      <vt:lpstr>Office Theme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TAKAMORI Shinji</cp:lastModifiedBy>
  <cp:revision>6</cp:revision>
  <dcterms:created xsi:type="dcterms:W3CDTF">2013-01-27T09:14:16Z</dcterms:created>
  <dcterms:modified xsi:type="dcterms:W3CDTF">2026-06-08T06:25:17Z</dcterms:modified>
  <cp:category/>
</cp:coreProperties>
</file>